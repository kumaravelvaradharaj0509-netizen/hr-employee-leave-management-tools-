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ableStyles" Target="tableStyle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0" name=""/>
        <p:cNvGrpSpPr/>
        <p:nvPr/>
      </p:nvGrpSpPr>
      <p:grpSpPr>
        <a:xfrm>
          <a:off x="0" y="0"/>
          <a:ext cx="0" cy="0"/>
          <a:chOff x="0" y="0"/>
          <a:chExt cx="0" cy="0"/>
        </a:xfrm>
      </p:grpSpPr>
      <p:sp>
        <p:nvSpPr>
          <p:cNvPr id="1048705"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706"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18-08-2025</a:t>
            </a:fld>
            <a:endParaRPr lang="en-IN"/>
          </a:p>
        </p:txBody>
      </p:sp>
      <p:sp>
        <p:nvSpPr>
          <p:cNvPr id="1048707"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708"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9"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10"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28" name="Slide Image Placeholder 1"/>
          <p:cNvSpPr>
            <a:spLocks noChangeAspect="1" noRot="1" noGrp="1"/>
          </p:cNvSpPr>
          <p:nvPr>
            <p:ph type="sldImg"/>
          </p:nvPr>
        </p:nvSpPr>
        <p:spPr/>
      </p:sp>
      <p:sp>
        <p:nvSpPr>
          <p:cNvPr id="1048629" name="Notes Placeholder 2"/>
          <p:cNvSpPr>
            <a:spLocks noGrp="1"/>
          </p:cNvSpPr>
          <p:nvPr>
            <p:ph type="body" idx="1"/>
          </p:nvPr>
        </p:nvSpPr>
        <p:spPr/>
        <p:txBody>
          <a:bodyPr/>
          <a:p>
            <a:endParaRPr dirty="0" lang="en-IN"/>
          </a:p>
        </p:txBody>
      </p:sp>
      <p:sp>
        <p:nvSpPr>
          <p:cNvPr id="1048630"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29" name=""/>
        <p:cNvGrpSpPr/>
        <p:nvPr/>
      </p:nvGrpSpPr>
      <p:grpSpPr>
        <a:xfrm>
          <a:off x="0" y="0"/>
          <a:ext cx="0" cy="0"/>
          <a:chOff x="0" y="0"/>
          <a:chExt cx="0" cy="0"/>
        </a:xfrm>
      </p:grpSpPr>
      <p:sp>
        <p:nvSpPr>
          <p:cNvPr id="1048616" name="Holder 2"/>
          <p:cNvSpPr>
            <a:spLocks noGrp="1"/>
          </p:cNvSpPr>
          <p:nvPr>
            <p:ph type="ctrTitle"/>
          </p:nvPr>
        </p:nvSpPr>
        <p:spPr>
          <a:xfrm>
            <a:off x="3195574" y="2067305"/>
            <a:ext cx="5800851" cy="48260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617" name="Holder 3"/>
          <p:cNvSpPr>
            <a:spLocks noGrp="1"/>
          </p:cNvSpPr>
          <p:nvPr>
            <p:ph type="subTitle" idx="4"/>
          </p:nvPr>
        </p:nvSpPr>
        <p:spPr>
          <a:xfrm>
            <a:off x="1828800" y="3840480"/>
            <a:ext cx="8534400" cy="266700"/>
          </a:xfrm>
          <a:prstGeom prst="rect"/>
        </p:spPr>
        <p:txBody>
          <a:bodyPr bIns="0" lIns="0" rIns="0" tIns="0" wrap="square">
            <a:spAutoFit/>
          </a:bodyPr>
          <a:p/>
        </p:txBody>
      </p:sp>
      <p:sp>
        <p:nvSpPr>
          <p:cNvPr id="1048618"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19"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20"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8" name=""/>
        <p:cNvGrpSpPr/>
        <p:nvPr/>
      </p:nvGrpSpPr>
      <p:grpSpPr>
        <a:xfrm>
          <a:off x="0" y="0"/>
          <a:ext cx="0" cy="0"/>
          <a:chOff x="0" y="0"/>
          <a:chExt cx="0" cy="0"/>
        </a:xfrm>
      </p:grpSpPr>
      <p:sp>
        <p:nvSpPr>
          <p:cNvPr id="1048694"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95" name="Holder 3"/>
          <p:cNvSpPr>
            <a:spLocks noGrp="1"/>
          </p:cNvSpPr>
          <p:nvPr>
            <p:ph type="body" idx="1"/>
          </p:nvPr>
        </p:nvSpPr>
        <p:spPr>
          <a:xfrm>
            <a:off x="609600" y="1577340"/>
            <a:ext cx="10972800" cy="266700"/>
          </a:xfrm>
        </p:spPr>
        <p:txBody>
          <a:bodyPr bIns="0" lIns="0" rIns="0" tIns="0"/>
          <a:p/>
        </p:txBody>
      </p:sp>
      <p:sp>
        <p:nvSpPr>
          <p:cNvPr id="1048696"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7"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8"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9" name=""/>
        <p:cNvGrpSpPr/>
        <p:nvPr/>
      </p:nvGrpSpPr>
      <p:grpSpPr>
        <a:xfrm>
          <a:off x="0" y="0"/>
          <a:ext cx="0" cy="0"/>
          <a:chOff x="0" y="0"/>
          <a:chExt cx="0" cy="0"/>
        </a:xfrm>
      </p:grpSpPr>
      <p:sp>
        <p:nvSpPr>
          <p:cNvPr id="1048699"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700" name="Holder 3"/>
          <p:cNvSpPr>
            <a:spLocks noGrp="1"/>
          </p:cNvSpPr>
          <p:nvPr>
            <p:ph sz="half" idx="2"/>
          </p:nvPr>
        </p:nvSpPr>
        <p:spPr>
          <a:xfrm>
            <a:off x="609600" y="1577340"/>
            <a:ext cx="5303520" cy="266700"/>
          </a:xfrm>
          <a:prstGeom prst="rect"/>
        </p:spPr>
        <p:txBody>
          <a:bodyPr bIns="0" lIns="0" rIns="0" tIns="0" wrap="square">
            <a:spAutoFit/>
          </a:bodyPr>
          <a:p/>
        </p:txBody>
      </p:sp>
      <p:sp>
        <p:nvSpPr>
          <p:cNvPr id="1048701" name="Holder 4"/>
          <p:cNvSpPr>
            <a:spLocks noGrp="1"/>
          </p:cNvSpPr>
          <p:nvPr>
            <p:ph sz="half" idx="3"/>
          </p:nvPr>
        </p:nvSpPr>
        <p:spPr>
          <a:xfrm>
            <a:off x="6278880" y="1577340"/>
            <a:ext cx="5303520" cy="266700"/>
          </a:xfrm>
          <a:prstGeom prst="rect"/>
        </p:spPr>
        <p:txBody>
          <a:bodyPr bIns="0" lIns="0" rIns="0" tIns="0" wrap="square">
            <a:spAutoFit/>
          </a:bodyPr>
          <a:p/>
        </p:txBody>
      </p:sp>
      <p:sp>
        <p:nvSpPr>
          <p:cNvPr id="1048702"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3"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704"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6" name=""/>
        <p:cNvGrpSpPr/>
        <p:nvPr/>
      </p:nvGrpSpPr>
      <p:grpSpPr>
        <a:xfrm>
          <a:off x="0" y="0"/>
          <a:ext cx="0" cy="0"/>
          <a:chOff x="0" y="0"/>
          <a:chExt cx="0" cy="0"/>
        </a:xfrm>
      </p:grpSpPr>
      <p:sp>
        <p:nvSpPr>
          <p:cNvPr id="1048599"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00"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1"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02"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22" name=""/>
        <p:cNvGrpSpPr/>
        <p:nvPr/>
      </p:nvGrpSpPr>
      <p:grpSpPr>
        <a:xfrm>
          <a:off x="0" y="0"/>
          <a:ext cx="0" cy="0"/>
          <a:chOff x="0" y="0"/>
          <a:chExt cx="0" cy="0"/>
        </a:xfrm>
      </p:grpSpPr>
      <p:sp>
        <p:nvSpPr>
          <p:cNvPr id="1048591"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2"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3"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6"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grpSp>
        <p:nvGrpSpPr>
          <p:cNvPr id="31" name="object 2"/>
          <p:cNvGrpSpPr/>
          <p:nvPr/>
        </p:nvGrpSpPr>
        <p:grpSpPr>
          <a:xfrm>
            <a:off x="876299" y="990600"/>
            <a:ext cx="1743075" cy="1333500"/>
            <a:chOff x="742950" y="1104900"/>
            <a:chExt cx="1743075" cy="1333500"/>
          </a:xfrm>
        </p:grpSpPr>
        <p:sp>
          <p:nvSpPr>
            <p:cNvPr id="1048621"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622"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623"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624"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25" name="object 7"/>
          <p:cNvSpPr txBox="1">
            <a:spLocks noGrp="1"/>
          </p:cNvSpPr>
          <p:nvPr>
            <p:ph type="ctrTitle"/>
          </p:nvPr>
        </p:nvSpPr>
        <p:spPr>
          <a:xfrm>
            <a:off x="1523999" y="19665"/>
            <a:ext cx="7629525" cy="1001556"/>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br>
              <a:rPr b="1" dirty="0" i="0" lang="en-US">
                <a:solidFill>
                  <a:srgbClr val="0F0F0F"/>
                </a:solidFill>
                <a:effectLst/>
                <a:latin typeface="Roboto" panose="020F0502020204030204" pitchFamily="2" charset="0"/>
              </a:rPr>
            </a:br>
            <a:endParaRPr dirty="0" spc="15"/>
          </a:p>
        </p:txBody>
      </p:sp>
      <p:pic>
        <p:nvPicPr>
          <p:cNvPr id="2097154"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26"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27" name="TextBox 13"/>
          <p:cNvSpPr txBox="1"/>
          <p:nvPr/>
        </p:nvSpPr>
        <p:spPr>
          <a:xfrm>
            <a:off x="3122032" y="1021220"/>
            <a:ext cx="8610600" cy="4358640"/>
          </a:xfrm>
          <a:prstGeom prst="rect"/>
          <a:noFill/>
        </p:spPr>
        <p:txBody>
          <a:bodyPr anchor="t" bIns="45720" lIns="91440" rIns="91440" rtlCol="0" tIns="45720" wrap="square">
            <a:spAutoFit/>
          </a:bodyPr>
          <a:p>
            <a:r>
              <a:rPr dirty="0" sz="2400" lang="en-US"/>
              <a:t>STUDENT NAME:</a:t>
            </a:r>
            <a:r>
              <a:rPr dirty="0" sz="2400" lang="en-US"/>
              <a:t>V</a:t>
            </a:r>
            <a:r>
              <a:rPr dirty="0" sz="2400" lang="en-US"/>
              <a:t>.</a:t>
            </a:r>
            <a:r>
              <a:rPr dirty="0" sz="2400" lang="en-US"/>
              <a:t>K</a:t>
            </a:r>
            <a:r>
              <a:rPr dirty="0" sz="2400" lang="en-US"/>
              <a:t>u</a:t>
            </a:r>
            <a:r>
              <a:rPr dirty="0" sz="2400" lang="en-US"/>
              <a:t>m</a:t>
            </a:r>
            <a:r>
              <a:rPr dirty="0" sz="2400" lang="en-US"/>
              <a:t>a</a:t>
            </a:r>
            <a:r>
              <a:rPr dirty="0" sz="2400" lang="en-US"/>
              <a:t>r</a:t>
            </a:r>
            <a:r>
              <a:rPr dirty="0" sz="2400" lang="en-US"/>
              <a:t>a</a:t>
            </a:r>
            <a:r>
              <a:rPr dirty="0" sz="2400" lang="en-US"/>
              <a:t>v</a:t>
            </a:r>
            <a:r>
              <a:rPr dirty="0" sz="2400" lang="en-US"/>
              <a:t>e</a:t>
            </a:r>
            <a:r>
              <a:rPr dirty="0" sz="2400" lang="en-US"/>
              <a:t>l</a:t>
            </a:r>
            <a:r>
              <a:rPr dirty="0" sz="2400" lang="en-US"/>
              <a:t> </a:t>
            </a:r>
            <a:endParaRPr altLang="en-US" lang="zh-CN"/>
          </a:p>
          <a:p>
            <a:r>
              <a:rPr dirty="0" sz="2400" lang="en-US"/>
              <a:t>REGISTER NO</a:t>
            </a:r>
            <a:r>
              <a:rPr dirty="0" sz="2400" lang="en-US"/>
              <a:t>:</a:t>
            </a:r>
            <a:r>
              <a:rPr dirty="0" sz="2400" lang="en-US"/>
              <a:t>2</a:t>
            </a:r>
            <a:r>
              <a:rPr dirty="0" sz="2400" lang="en-US"/>
              <a:t>4</a:t>
            </a:r>
            <a:r>
              <a:rPr dirty="0" sz="2400" lang="en-US"/>
              <a:t>6</a:t>
            </a:r>
            <a:r>
              <a:rPr dirty="0" sz="2400" lang="en-US"/>
              <a:t>2</a:t>
            </a:r>
            <a:r>
              <a:rPr dirty="0" sz="2400" lang="en-US"/>
              <a:t>4</a:t>
            </a:r>
            <a:r>
              <a:rPr dirty="0" sz="2400" lang="en-US"/>
              <a:t>U</a:t>
            </a:r>
            <a:r>
              <a:rPr dirty="0" sz="2400" lang="en-US"/>
              <a:t>1</a:t>
            </a:r>
            <a:r>
              <a:rPr dirty="0" sz="2400" lang="en-US"/>
              <a:t>8</a:t>
            </a:r>
            <a:r>
              <a:rPr dirty="0" sz="2400" lang="en-US"/>
              <a:t>0</a:t>
            </a:r>
            <a:r>
              <a:rPr dirty="0" sz="2400" lang="en-US"/>
              <a:t>2</a:t>
            </a:r>
            <a:r>
              <a:rPr dirty="0" sz="2400" lang="en-US"/>
              <a:t>0</a:t>
            </a:r>
            <a:endParaRPr dirty="0" sz="2400" lang="en-US">
              <a:cs typeface="Calibri"/>
            </a:endParaRPr>
          </a:p>
          <a:p>
            <a:r>
              <a:rPr dirty="0" sz="2400" lang="en-US"/>
              <a:t>NMID:</a:t>
            </a:r>
            <a:r>
              <a:rPr dirty="0" sz="2400" lang="en-US"/>
              <a:t>a</a:t>
            </a:r>
            <a:r>
              <a:rPr dirty="0" sz="2400" lang="en-US"/>
              <a:t>s</a:t>
            </a:r>
            <a:r>
              <a:rPr dirty="0" sz="2400" lang="en-US"/>
              <a:t>t</a:t>
            </a:r>
            <a:r>
              <a:rPr dirty="0" sz="2400" lang="en-US"/>
              <a:t>v</a:t>
            </a:r>
            <a:r>
              <a:rPr dirty="0" sz="2400" lang="en-US"/>
              <a:t>u</a:t>
            </a:r>
            <a:r>
              <a:rPr dirty="0" sz="2400" lang="en-US"/>
              <a:t>2</a:t>
            </a:r>
            <a:r>
              <a:rPr dirty="0" sz="2400" lang="en-US"/>
              <a:t>4</a:t>
            </a:r>
            <a:r>
              <a:rPr dirty="0" sz="2400" lang="en-US"/>
              <a:t>6</a:t>
            </a:r>
            <a:r>
              <a:rPr dirty="0" sz="2400" lang="en-US"/>
              <a:t>2</a:t>
            </a:r>
            <a:r>
              <a:rPr dirty="0" sz="2400" lang="en-US"/>
              <a:t>4</a:t>
            </a:r>
            <a:r>
              <a:rPr dirty="0" sz="2400" lang="en-US"/>
              <a:t>6</a:t>
            </a:r>
            <a:r>
              <a:rPr dirty="0" sz="2400" lang="en-US"/>
              <a:t>2</a:t>
            </a:r>
            <a:r>
              <a:rPr dirty="0" sz="2400" lang="en-US"/>
              <a:t>4</a:t>
            </a:r>
            <a:r>
              <a:rPr dirty="0" sz="2400" lang="en-US"/>
              <a:t>u</a:t>
            </a:r>
            <a:r>
              <a:rPr dirty="0" sz="2400" lang="en-US"/>
              <a:t>1</a:t>
            </a:r>
            <a:r>
              <a:rPr dirty="0" sz="2400" lang="en-US"/>
              <a:t>8</a:t>
            </a:r>
            <a:r>
              <a:rPr dirty="0" sz="2400" lang="en-US"/>
              <a:t>0</a:t>
            </a:r>
            <a:r>
              <a:rPr dirty="0" sz="2400" lang="en-US"/>
              <a:t>2</a:t>
            </a:r>
            <a:r>
              <a:rPr dirty="0" sz="2400" lang="en-US"/>
              <a:t>0</a:t>
            </a:r>
            <a:endParaRPr dirty="0" sz="2400" lang="en-US">
              <a:cs typeface="Calibri"/>
            </a:endParaRPr>
          </a:p>
          <a:p>
            <a:r>
              <a:rPr dirty="0" sz="2400" lang="en-US"/>
              <a:t>DEPARTMEN</a:t>
            </a:r>
            <a:r>
              <a:rPr dirty="0" sz="2400" lang="en-US"/>
              <a:t>T</a:t>
            </a:r>
            <a:r>
              <a:rPr dirty="0" sz="2400" lang="en-US"/>
              <a:t>:</a:t>
            </a:r>
            <a:r>
              <a:rPr dirty="0" sz="2400" lang="en-US"/>
              <a:t>B</a:t>
            </a:r>
            <a:r>
              <a:rPr dirty="0" sz="2400" lang="en-US"/>
              <a:t>a</a:t>
            </a:r>
            <a:r>
              <a:rPr dirty="0" sz="2400" lang="en-US"/>
              <a:t>c</a:t>
            </a:r>
            <a:r>
              <a:rPr dirty="0" sz="2400" lang="en-US"/>
              <a:t>h</a:t>
            </a:r>
            <a:r>
              <a:rPr dirty="0" sz="2400" lang="en-US"/>
              <a:t>e</a:t>
            </a:r>
            <a:r>
              <a:rPr dirty="0" sz="2400" lang="en-US"/>
              <a:t>l</a:t>
            </a:r>
            <a:r>
              <a:rPr dirty="0" sz="2400" lang="en-US"/>
              <a:t>o</a:t>
            </a:r>
            <a:r>
              <a:rPr dirty="0" sz="2400" lang="en-US"/>
              <a:t>r</a:t>
            </a:r>
            <a:r>
              <a:rPr dirty="0" sz="2400" lang="en-US"/>
              <a:t> </a:t>
            </a:r>
            <a:r>
              <a:rPr dirty="0" sz="2400" lang="en-US"/>
              <a:t>o</a:t>
            </a:r>
            <a:r>
              <a:rPr dirty="0" sz="2400" lang="en-US"/>
              <a:t>f</a:t>
            </a:r>
            <a:r>
              <a:rPr dirty="0" sz="2400" lang="en-US"/>
              <a:t> </a:t>
            </a:r>
            <a:r>
              <a:rPr dirty="0" sz="2400" lang="en-US"/>
              <a:t>C</a:t>
            </a:r>
            <a:r>
              <a:rPr dirty="0" sz="2400" lang="en-US"/>
              <a:t>o</a:t>
            </a:r>
            <a:r>
              <a:rPr dirty="0" sz="2400" lang="en-US"/>
              <a:t>m</a:t>
            </a:r>
            <a:r>
              <a:rPr dirty="0" sz="2400" lang="en-US"/>
              <a:t>puter </a:t>
            </a:r>
            <a:r>
              <a:rPr dirty="0" sz="2400" lang="en-US"/>
              <a:t>science </a:t>
            </a:r>
            <a:endParaRPr altLang="en-US" lang="zh-CN"/>
          </a:p>
          <a:p>
            <a:r>
              <a:rPr dirty="0" sz="2400" lang="en-US"/>
              <a:t>COLLEGE</a:t>
            </a:r>
            <a:r>
              <a:rPr dirty="0" sz="2400" lang="en-US"/>
              <a:t> </a:t>
            </a:r>
            <a:r>
              <a:rPr dirty="0" sz="2400" lang="en-US"/>
              <a:t>N</a:t>
            </a:r>
            <a:r>
              <a:rPr dirty="0" sz="2400" lang="en-US"/>
              <a:t>A</a:t>
            </a:r>
            <a:r>
              <a:rPr dirty="0" sz="2400" lang="en-US"/>
              <a:t>M</a:t>
            </a:r>
            <a:r>
              <a:rPr dirty="0" sz="2400" lang="en-US"/>
              <a:t>E</a:t>
            </a:r>
            <a:r>
              <a:rPr dirty="0" sz="2400" lang="en-US"/>
              <a:t>: </a:t>
            </a:r>
            <a:r>
              <a:rPr dirty="0" sz="2400" lang="en-US"/>
              <a:t>T</a:t>
            </a:r>
            <a:r>
              <a:rPr dirty="0" sz="2400" lang="en-US"/>
              <a:t>h</a:t>
            </a:r>
            <a:r>
              <a:rPr dirty="0" sz="2400" lang="en-US"/>
              <a:t>i</a:t>
            </a:r>
            <a:r>
              <a:rPr dirty="0" sz="2400" lang="en-US"/>
              <a:t>r</a:t>
            </a:r>
            <a:r>
              <a:rPr dirty="0" sz="2400" lang="en-US"/>
              <a:t>u</a:t>
            </a:r>
            <a:r>
              <a:rPr dirty="0" sz="2400" lang="en-US"/>
              <a:t>v</a:t>
            </a:r>
            <a:r>
              <a:rPr dirty="0" sz="2400" lang="en-US"/>
              <a:t>a</a:t>
            </a:r>
            <a:r>
              <a:rPr dirty="0" sz="2400" lang="en-US"/>
              <a:t>l</a:t>
            </a:r>
            <a:r>
              <a:rPr dirty="0" sz="2400" lang="en-US"/>
              <a:t>l</a:t>
            </a:r>
            <a:r>
              <a:rPr dirty="0" sz="2400" lang="en-US"/>
              <a:t>u</a:t>
            </a:r>
            <a:r>
              <a:rPr dirty="0" sz="2400" lang="en-US"/>
              <a:t>v</a:t>
            </a:r>
            <a:r>
              <a:rPr dirty="0" sz="2400" lang="en-US"/>
              <a:t>a</a:t>
            </a:r>
            <a:r>
              <a:rPr dirty="0" sz="2400" lang="en-US"/>
              <a:t>r</a:t>
            </a:r>
            <a:r>
              <a:rPr dirty="0" sz="2400" lang="en-US"/>
              <a:t> </a:t>
            </a:r>
            <a:r>
              <a:rPr dirty="0" sz="2400" lang="en-US"/>
              <a:t>A</a:t>
            </a:r>
            <a:r>
              <a:rPr dirty="0" sz="2400" lang="en-US"/>
              <a:t>r</a:t>
            </a:r>
            <a:r>
              <a:rPr dirty="0" sz="2400" lang="en-US"/>
              <a:t>t</a:t>
            </a:r>
            <a:r>
              <a:rPr dirty="0" sz="2400" lang="en-US"/>
              <a:t>s</a:t>
            </a:r>
            <a:r>
              <a:rPr dirty="0" sz="2400" lang="en-US"/>
              <a:t> </a:t>
            </a:r>
            <a:r>
              <a:rPr dirty="0" sz="2400" lang="en-US"/>
              <a:t>&amp;</a:t>
            </a:r>
            <a:r>
              <a:rPr dirty="0" sz="2400" lang="en-US"/>
              <a:t> </a:t>
            </a:r>
            <a:r>
              <a:rPr dirty="0" sz="2400" lang="en-US"/>
              <a:t>S</a:t>
            </a:r>
            <a:r>
              <a:rPr dirty="0" sz="2400" lang="en-US"/>
              <a:t>c</a:t>
            </a:r>
            <a:r>
              <a:rPr dirty="0" sz="2400" lang="en-US"/>
              <a:t>i</a:t>
            </a:r>
            <a:r>
              <a:rPr dirty="0" sz="2400" lang="en-US"/>
              <a:t>ence </a:t>
            </a:r>
            <a:r>
              <a:rPr dirty="0" sz="2400" lang="en-US"/>
              <a:t>College </a:t>
            </a:r>
            <a:endParaRPr altLang="en-US" lang="zh-CN"/>
          </a:p>
          <a:p>
            <a:r>
              <a:rPr dirty="0" sz="2400" lang="en-US"/>
              <a:t>COLLEGE/ UNIVERSITY</a:t>
            </a:r>
            <a:r>
              <a:rPr dirty="0" sz="2400" lang="en-US"/>
              <a:t>:</a:t>
            </a:r>
            <a:r>
              <a:rPr dirty="0" sz="2400" lang="en-US"/>
              <a:t>T</a:t>
            </a:r>
            <a:r>
              <a:rPr dirty="0" sz="2400" lang="en-US"/>
              <a:t>h</a:t>
            </a:r>
            <a:r>
              <a:rPr dirty="0" sz="2400" lang="en-US"/>
              <a:t>i</a:t>
            </a:r>
            <a:r>
              <a:rPr dirty="0" sz="2400" lang="en-US"/>
              <a:t>r</a:t>
            </a:r>
            <a:r>
              <a:rPr dirty="0" sz="2400" lang="en-US"/>
              <a:t>u</a:t>
            </a:r>
            <a:r>
              <a:rPr dirty="0" sz="2400" lang="en-US"/>
              <a:t>v</a:t>
            </a:r>
            <a:r>
              <a:rPr dirty="0" sz="2400" lang="en-US"/>
              <a:t>a</a:t>
            </a:r>
            <a:r>
              <a:rPr dirty="0" sz="2400" lang="en-US"/>
              <a:t>l</a:t>
            </a:r>
            <a:r>
              <a:rPr dirty="0" sz="2400" lang="en-US"/>
              <a:t>l</a:t>
            </a:r>
            <a:r>
              <a:rPr dirty="0" sz="2400" lang="en-US"/>
              <a:t>u</a:t>
            </a:r>
            <a:r>
              <a:rPr dirty="0" sz="2400" lang="en-US"/>
              <a:t>v</a:t>
            </a:r>
            <a:r>
              <a:rPr dirty="0" sz="2400" lang="en-US"/>
              <a:t>a</a:t>
            </a:r>
            <a:r>
              <a:rPr dirty="0" sz="2400" lang="en-US"/>
              <a:t>r</a:t>
            </a:r>
            <a:r>
              <a:rPr dirty="0" sz="2400" lang="en-US"/>
              <a:t> </a:t>
            </a:r>
            <a:r>
              <a:rPr dirty="0" sz="2400" lang="en-US"/>
              <a:t>U</a:t>
            </a:r>
            <a:r>
              <a:rPr dirty="0" sz="2400" lang="en-US"/>
              <a:t>n</a:t>
            </a:r>
            <a:r>
              <a:rPr dirty="0" sz="2400" lang="en-US"/>
              <a:t>i</a:t>
            </a:r>
            <a:r>
              <a:rPr dirty="0" sz="2400" lang="en-US"/>
              <a:t>v</a:t>
            </a:r>
            <a:r>
              <a:rPr dirty="0" sz="2400" lang="en-US"/>
              <a:t>e</a:t>
            </a:r>
            <a:r>
              <a:rPr dirty="0" sz="2400" lang="en-US"/>
              <a:t>r</a:t>
            </a:r>
            <a:r>
              <a:rPr dirty="0" sz="2400" lang="en-US"/>
              <a:t>s</a:t>
            </a:r>
            <a:r>
              <a:rPr dirty="0" sz="2400" lang="en-US"/>
              <a:t>i</a:t>
            </a:r>
            <a:r>
              <a:rPr dirty="0" sz="2400" lang="en-US"/>
              <a:t>t</a:t>
            </a:r>
            <a:r>
              <a:rPr dirty="0" sz="2400" lang="en-US"/>
              <a:t>y</a:t>
            </a:r>
            <a:endParaRPr altLang="en-US" lang="zh-CN"/>
          </a:p>
          <a:p>
            <a:r>
              <a:rPr altLang="en-US" dirty="0" sz="2400" lang="en-US"/>
              <a:t>C</a:t>
            </a:r>
            <a:r>
              <a:rPr altLang="en-US" dirty="0" sz="2400" lang="en-US"/>
              <a:t>O</a:t>
            </a:r>
            <a:r>
              <a:rPr altLang="en-US" dirty="0" sz="2400" lang="en-US"/>
              <a:t>L</a:t>
            </a:r>
            <a:r>
              <a:rPr altLang="en-US" dirty="0" sz="2400" lang="en-US"/>
              <a:t>L</a:t>
            </a:r>
            <a:r>
              <a:rPr altLang="en-US" dirty="0" sz="2400" lang="en-US"/>
              <a:t>EGE </a:t>
            </a:r>
            <a:r>
              <a:rPr altLang="en-US" dirty="0" sz="2400" lang="en-US"/>
              <a:t>C</a:t>
            </a:r>
            <a:r>
              <a:rPr altLang="en-US" dirty="0" sz="2400" lang="en-US"/>
              <a:t>O</a:t>
            </a:r>
            <a:r>
              <a:rPr altLang="en-US" dirty="0" sz="2400" lang="en-US"/>
              <a:t>D</a:t>
            </a:r>
            <a:r>
              <a:rPr altLang="en-US" dirty="0" sz="2400" lang="en-US"/>
              <a:t>E</a:t>
            </a:r>
            <a:r>
              <a:rPr altLang="en-US" dirty="0" sz="2400" lang="en-US"/>
              <a:t>:</a:t>
            </a:r>
            <a:r>
              <a:rPr altLang="en-US" dirty="0" sz="2400" lang="en-US"/>
              <a:t> </a:t>
            </a:r>
            <a:r>
              <a:rPr altLang="en-US" dirty="0" sz="2400" lang="en-US"/>
              <a:t>2</a:t>
            </a:r>
            <a:r>
              <a:rPr altLang="en-US" dirty="0" sz="2400" lang="en-US"/>
              <a:t>4</a:t>
            </a:r>
            <a:r>
              <a:rPr altLang="en-US" dirty="0" sz="2400" lang="en-US"/>
              <a:t>6</a:t>
            </a:r>
            <a:endParaRPr altLang="en-US" lang="zh-CN"/>
          </a:p>
          <a:p>
            <a:r>
              <a:rPr altLang="en-US" dirty="0" sz="2400" lang="en-US"/>
              <a:t>D</a:t>
            </a:r>
            <a:r>
              <a:rPr altLang="en-US" dirty="0" sz="2400" lang="en-US"/>
              <a:t>A</a:t>
            </a:r>
            <a:r>
              <a:rPr altLang="en-US" dirty="0" sz="2400" lang="en-US"/>
              <a:t>T</a:t>
            </a:r>
            <a:r>
              <a:rPr altLang="en-US" dirty="0" sz="2400" lang="en-US"/>
              <a:t>E</a:t>
            </a:r>
            <a:r>
              <a:rPr altLang="en-US" dirty="0" sz="2400" lang="en-US"/>
              <a:t>:</a:t>
            </a:r>
            <a:r>
              <a:rPr altLang="en-US" dirty="0" sz="2400" lang="en-US"/>
              <a:t> </a:t>
            </a:r>
            <a:r>
              <a:rPr altLang="en-US" dirty="0" sz="2400" lang="en-US"/>
              <a:t>2</a:t>
            </a:r>
            <a:r>
              <a:rPr altLang="en-US" dirty="0" sz="2400" lang="en-US"/>
              <a:t>5</a:t>
            </a:r>
            <a:r>
              <a:rPr altLang="en-US" dirty="0" sz="2400" lang="en-US"/>
              <a:t>/</a:t>
            </a:r>
            <a:r>
              <a:rPr altLang="en-US" dirty="0" sz="2400" lang="en-US"/>
              <a:t>0</a:t>
            </a:r>
            <a:r>
              <a:rPr altLang="en-US" dirty="0" sz="2400" lang="en-US"/>
              <a:t>6</a:t>
            </a:r>
            <a:r>
              <a:rPr altLang="en-US" dirty="0" sz="2400" lang="en-US"/>
              <a:t>/</a:t>
            </a:r>
            <a:r>
              <a:rPr altLang="en-US" dirty="0" sz="2400" lang="en-US"/>
              <a:t>2</a:t>
            </a:r>
            <a:r>
              <a:rPr altLang="en-US" dirty="0" sz="2400" lang="en-US"/>
              <a:t>0</a:t>
            </a:r>
            <a:r>
              <a:rPr altLang="en-US" dirty="0" sz="2400" lang="en-US"/>
              <a:t>2</a:t>
            </a:r>
            <a:r>
              <a:rPr altLang="en-US" dirty="0" sz="2400" lang="en-US"/>
              <a:t>6</a:t>
            </a:r>
            <a:endParaRPr altLang="en-US" lang="zh-CN"/>
          </a:p>
          <a:p>
            <a:r>
              <a:rPr altLang="en-US" dirty="0" sz="2400" lang="en-US"/>
              <a:t>S</a:t>
            </a:r>
            <a:r>
              <a:rPr altLang="en-US" dirty="0" sz="2400" lang="en-US"/>
              <a:t>E</a:t>
            </a:r>
            <a:r>
              <a:rPr altLang="en-US" dirty="0" sz="2400" lang="en-US"/>
              <a:t>M</a:t>
            </a:r>
            <a:r>
              <a:rPr altLang="en-US" dirty="0" sz="2400" lang="en-US"/>
              <a:t>E</a:t>
            </a:r>
            <a:r>
              <a:rPr altLang="en-US" dirty="0" sz="2400" lang="en-US"/>
              <a:t>S</a:t>
            </a:r>
            <a:r>
              <a:rPr altLang="en-US" dirty="0" sz="2400" lang="en-US"/>
              <a:t>TER</a:t>
            </a:r>
            <a:r>
              <a:rPr altLang="en-US" dirty="0" sz="2400" lang="en-US"/>
              <a:t>:</a:t>
            </a:r>
            <a:r>
              <a:rPr altLang="en-US" dirty="0" sz="2400" lang="en-US"/>
              <a:t> </a:t>
            </a:r>
            <a:r>
              <a:rPr altLang="en-US" dirty="0" sz="2400" lang="en-US"/>
              <a:t>I</a:t>
            </a:r>
            <a:r>
              <a:rPr altLang="en-US" dirty="0" sz="2400" lang="en-US"/>
              <a:t>V</a:t>
            </a:r>
            <a:endParaRPr altLang="en-US" lang="zh-CN"/>
          </a:p>
          <a:p>
            <a:r>
              <a:rPr altLang="en-US" dirty="0" sz="2400" lang="en-US"/>
              <a:t>Y</a:t>
            </a:r>
            <a:r>
              <a:rPr altLang="en-US" dirty="0" sz="2400" lang="en-US"/>
              <a:t>E</a:t>
            </a:r>
            <a:r>
              <a:rPr altLang="en-US" dirty="0" sz="2400" lang="en-US"/>
              <a:t>A</a:t>
            </a:r>
            <a:r>
              <a:rPr altLang="en-US" dirty="0" sz="2400" lang="en-US"/>
              <a:t>R</a:t>
            </a:r>
            <a:r>
              <a:rPr altLang="en-US" dirty="0" sz="2400" lang="en-US"/>
              <a:t>:</a:t>
            </a:r>
            <a:r>
              <a:rPr altLang="en-US" dirty="0" sz="2400" lang="en-US"/>
              <a:t> </a:t>
            </a:r>
            <a:r>
              <a:rPr altLang="en-US" dirty="0" sz="2400" lang="en-US"/>
              <a:t>2</a:t>
            </a:r>
            <a:r>
              <a:rPr altLang="en-US" dirty="0" sz="2400" lang="en-US"/>
              <a:t>0</a:t>
            </a:r>
            <a:r>
              <a:rPr altLang="en-US" dirty="0" sz="2400" lang="en-US"/>
              <a:t>2</a:t>
            </a:r>
            <a:r>
              <a:rPr altLang="en-US" dirty="0" sz="2400" lang="en-US"/>
              <a:t>4</a:t>
            </a:r>
            <a:r>
              <a:rPr altLang="en-US" dirty="0" sz="2400" lang="en-US"/>
              <a:t>-</a:t>
            </a:r>
            <a:r>
              <a:rPr altLang="en-US" dirty="0" sz="2400" lang="en-US"/>
              <a:t>2</a:t>
            </a:r>
            <a:r>
              <a:rPr altLang="en-US" dirty="0" sz="2400" lang="en-US"/>
              <a:t>0</a:t>
            </a:r>
            <a:r>
              <a:rPr altLang="en-US" dirty="0" sz="2400" lang="en-US"/>
              <a:t>2</a:t>
            </a:r>
            <a:r>
              <a:rPr altLang="en-US" dirty="0" sz="2400" lang="en-US"/>
              <a:t>7</a:t>
            </a:r>
            <a:endParaRPr altLang="en-US" lang="zh-CN"/>
          </a:p>
          <a:p>
            <a:r>
              <a:rPr altLang="en-US" dirty="0" sz="2400" lang="en-US"/>
              <a:t>G</a:t>
            </a:r>
            <a:r>
              <a:rPr altLang="en-US" dirty="0" sz="2400" lang="en-US"/>
              <a:t>I</a:t>
            </a:r>
            <a:r>
              <a:rPr altLang="en-US" dirty="0" sz="2400" lang="en-US"/>
              <a:t>T</a:t>
            </a:r>
            <a:r>
              <a:rPr altLang="en-US" dirty="0" sz="2400" lang="en-US"/>
              <a:t>H</a:t>
            </a:r>
            <a:r>
              <a:rPr altLang="en-US" dirty="0" sz="2400" lang="en-US"/>
              <a:t>U</a:t>
            </a:r>
            <a:r>
              <a:rPr altLang="en-US" dirty="0" sz="2400" lang="en-US"/>
              <a:t>B</a:t>
            </a:r>
            <a:r>
              <a:rPr altLang="en-US" dirty="0" sz="2400" lang="en-US"/>
              <a:t> </a:t>
            </a:r>
            <a:r>
              <a:rPr altLang="en-US" dirty="0" sz="2400" lang="en-US"/>
              <a:t>L</a:t>
            </a:r>
            <a:r>
              <a:rPr altLang="en-US" dirty="0" sz="2400" lang="en-US"/>
              <a:t>I</a:t>
            </a:r>
            <a:r>
              <a:rPr altLang="en-US" dirty="0" sz="2400" lang="en-US"/>
              <a:t>N</a:t>
            </a:r>
            <a:r>
              <a:rPr altLang="en-US" dirty="0" sz="2400" lang="en-US"/>
              <a:t>K</a:t>
            </a:r>
            <a:r>
              <a:rPr altLang="en-US" dirty="0" sz="2400" lang="en-US"/>
              <a:t>:</a:t>
            </a:r>
            <a:endParaRPr altLang="en-US" lang="zh-CN"/>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34" name=""/>
        <p:cNvGrpSpPr/>
        <p:nvPr/>
      </p:nvGrpSpPr>
      <p:grpSpPr>
        <a:xfrm>
          <a:off x="0" y="0"/>
          <a:ext cx="0" cy="0"/>
          <a:chOff x="0" y="0"/>
          <a:chExt cx="0" cy="0"/>
        </a:xfrm>
      </p:grpSpPr>
      <p:sp>
        <p:nvSpPr>
          <p:cNvPr id="1048631" name="object 2"/>
          <p:cNvSpPr/>
          <p:nvPr/>
        </p:nvSpPr>
        <p:spPr>
          <a:xfrm>
            <a:off x="0" y="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b="1" dirty="0" sz="4000" lang="en-US">
                <a:latin typeface="Times New Roman" panose="02020603050405020304" pitchFamily="18" charset="0"/>
                <a:cs typeface="Times New Roman" panose="02020603050405020304" pitchFamily="18" charset="0"/>
              </a:rPr>
              <a:t>H</a:t>
            </a:r>
            <a:r>
              <a:rPr b="1" dirty="0" sz="4000" lang="en-US">
                <a:latin typeface="Times New Roman" panose="02020603050405020304" pitchFamily="18" charset="0"/>
                <a:cs typeface="Times New Roman" panose="02020603050405020304" pitchFamily="18" charset="0"/>
              </a:rPr>
              <a:t>R</a:t>
            </a:r>
            <a:r>
              <a:rPr b="1" dirty="0" sz="4000" lang="en-US">
                <a:latin typeface="Times New Roman" panose="02020603050405020304" pitchFamily="18" charset="0"/>
                <a:cs typeface="Times New Roman" panose="02020603050405020304" pitchFamily="18" charset="0"/>
              </a:rPr>
              <a:t> </a:t>
            </a:r>
            <a:r>
              <a:rPr b="1" dirty="0" sz="4000" lang="en-US">
                <a:latin typeface="Times New Roman" panose="02020603050405020304" pitchFamily="18" charset="0"/>
                <a:cs typeface="Times New Roman" panose="02020603050405020304" pitchFamily="18" charset="0"/>
              </a:rPr>
              <a:t>E</a:t>
            </a:r>
            <a:r>
              <a:rPr b="1" dirty="0" sz="4000" lang="en-US">
                <a:latin typeface="Times New Roman" panose="02020603050405020304" pitchFamily="18" charset="0"/>
                <a:cs typeface="Times New Roman" panose="02020603050405020304" pitchFamily="18" charset="0"/>
              </a:rPr>
              <a:t>m</a:t>
            </a:r>
            <a:r>
              <a:rPr b="1" dirty="0" sz="4000" lang="en-US">
                <a:latin typeface="Times New Roman" panose="02020603050405020304" pitchFamily="18" charset="0"/>
                <a:cs typeface="Times New Roman" panose="02020603050405020304" pitchFamily="18" charset="0"/>
              </a:rPr>
              <a:t>ployee </a:t>
            </a:r>
            <a:r>
              <a:rPr b="1" dirty="0" sz="4000" lang="en-US">
                <a:latin typeface="Times New Roman" panose="02020603050405020304" pitchFamily="18" charset="0"/>
                <a:cs typeface="Times New Roman" panose="02020603050405020304" pitchFamily="18" charset="0"/>
              </a:rPr>
              <a:t>L</a:t>
            </a:r>
            <a:r>
              <a:rPr b="1" dirty="0" sz="4000" lang="en-US">
                <a:latin typeface="Times New Roman" panose="02020603050405020304" pitchFamily="18" charset="0"/>
                <a:cs typeface="Times New Roman" panose="02020603050405020304" pitchFamily="18" charset="0"/>
              </a:rPr>
              <a:t>e</a:t>
            </a:r>
            <a:r>
              <a:rPr b="1" dirty="0" sz="4000" lang="en-US">
                <a:latin typeface="Times New Roman" panose="02020603050405020304" pitchFamily="18" charset="0"/>
                <a:cs typeface="Times New Roman" panose="02020603050405020304" pitchFamily="18" charset="0"/>
              </a:rPr>
              <a:t>ave </a:t>
            </a:r>
            <a:r>
              <a:rPr b="1" dirty="0" sz="4000" lang="en-US">
                <a:latin typeface="Times New Roman" panose="02020603050405020304" pitchFamily="18" charset="0"/>
                <a:cs typeface="Times New Roman" panose="02020603050405020304" pitchFamily="18" charset="0"/>
              </a:rPr>
              <a:t>M</a:t>
            </a:r>
            <a:r>
              <a:rPr b="1" dirty="0" sz="4000" lang="en-US">
                <a:latin typeface="Times New Roman" panose="02020603050405020304" pitchFamily="18" charset="0"/>
                <a:cs typeface="Times New Roman" panose="02020603050405020304" pitchFamily="18" charset="0"/>
              </a:rPr>
              <a:t>anagement </a:t>
            </a:r>
            <a:r>
              <a:rPr b="1" dirty="0" sz="4000" lang="en-US">
                <a:latin typeface="Times New Roman" panose="02020603050405020304" pitchFamily="18" charset="0"/>
                <a:cs typeface="Times New Roman" panose="02020603050405020304" pitchFamily="18" charset="0"/>
              </a:rPr>
              <a:t>T</a:t>
            </a:r>
            <a:r>
              <a:rPr b="1" dirty="0" sz="4000" lang="en-US">
                <a:latin typeface="Times New Roman" panose="02020603050405020304" pitchFamily="18" charset="0"/>
                <a:cs typeface="Times New Roman" panose="02020603050405020304" pitchFamily="18" charset="0"/>
              </a:rPr>
              <a:t>o</a:t>
            </a:r>
            <a:r>
              <a:rPr b="1" dirty="0" sz="4000" lang="en-US">
                <a:latin typeface="Times New Roman" panose="02020603050405020304" pitchFamily="18" charset="0"/>
                <a:cs typeface="Times New Roman" panose="02020603050405020304" pitchFamily="18" charset="0"/>
              </a:rPr>
              <a:t>o</a:t>
            </a:r>
            <a:r>
              <a:rPr b="1" dirty="0" sz="4000" lang="en-US">
                <a:latin typeface="Times New Roman" panose="02020603050405020304" pitchFamily="18" charset="0"/>
                <a:cs typeface="Times New Roman" panose="02020603050405020304" pitchFamily="18" charset="0"/>
              </a:rPr>
              <a:t>l</a:t>
            </a:r>
            <a:r>
              <a:rPr b="1" dirty="0" sz="4000" lang="en-US">
                <a:latin typeface="Times New Roman" panose="02020603050405020304" pitchFamily="18" charset="0"/>
                <a:cs typeface="Times New Roman" panose="02020603050405020304" pitchFamily="18" charset="0"/>
              </a:rPr>
              <a:t>s</a:t>
            </a:r>
            <a:endParaRPr dirty="0">
              <a:latin typeface="Times New Roman" panose="02020603050405020304" pitchFamily="18" charset="0"/>
              <a:cs typeface="Times New Roman" panose="02020603050405020304" pitchFamily="18" charset="0"/>
            </a:endParaRPr>
          </a:p>
        </p:txBody>
      </p:sp>
      <p:grpSp>
        <p:nvGrpSpPr>
          <p:cNvPr id="35" name="object 3"/>
          <p:cNvGrpSpPr/>
          <p:nvPr/>
        </p:nvGrpSpPr>
        <p:grpSpPr>
          <a:xfrm>
            <a:off x="7443849" y="0"/>
            <a:ext cx="4752975" cy="6863080"/>
            <a:chOff x="7443849" y="0"/>
            <a:chExt cx="4752975" cy="6863080"/>
          </a:xfrm>
        </p:grpSpPr>
        <p:sp>
          <p:nvSpPr>
            <p:cNvPr id="1048632"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33"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34"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5"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6"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7"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8"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9"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40"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41"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42"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3"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4"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45" name="object 17"/>
          <p:cNvSpPr txBox="1">
            <a:spLocks noGrp="1"/>
          </p:cNvSpPr>
          <p:nvPr>
            <p:ph type="title"/>
          </p:nvPr>
        </p:nvSpPr>
        <p:spPr>
          <a:xfrm>
            <a:off x="739775" y="829627"/>
            <a:ext cx="3909695" cy="6388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36" name="object 18"/>
          <p:cNvGrpSpPr/>
          <p:nvPr/>
        </p:nvGrpSpPr>
        <p:grpSpPr>
          <a:xfrm>
            <a:off x="466725" y="6410325"/>
            <a:ext cx="3705225" cy="295275"/>
            <a:chOff x="466725" y="6410325"/>
            <a:chExt cx="3705225" cy="295275"/>
          </a:xfrm>
        </p:grpSpPr>
        <p:pic>
          <p:nvPicPr>
            <p:cNvPr id="2097155"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6"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46"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37" name=""/>
        <p:cNvGrpSpPr/>
        <p:nvPr/>
      </p:nvGrpSpPr>
      <p:grpSpPr>
        <a:xfrm>
          <a:off x="0" y="0"/>
          <a:ext cx="0" cy="0"/>
          <a:chOff x="0" y="0"/>
          <a:chExt cx="0" cy="0"/>
        </a:xfrm>
      </p:grpSpPr>
      <p:sp>
        <p:nvSpPr>
          <p:cNvPr id="1048647" name="object 2"/>
          <p:cNvSpPr/>
          <p:nvPr/>
        </p:nvSpPr>
        <p:spPr>
          <a:xfrm>
            <a:off x="-76200" y="28579"/>
            <a:ext cx="12481713" cy="6736769"/>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endParaRPr dirty="0"/>
          </a:p>
          <a:p>
            <a:endParaRPr dirty="0"/>
          </a:p>
          <a:p>
            <a:endParaRPr dirty="0"/>
          </a:p>
          <a:p>
            <a:endParaRPr dirty="0"/>
          </a:p>
          <a:p>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sz="3200" lang="en-US"/>
              <a:t>1</a:t>
            </a:r>
            <a:r>
              <a:rPr dirty="0" sz="3200" lang="en-US"/>
              <a:t>.</a:t>
            </a:r>
            <a:r>
              <a:rPr dirty="0" sz="3200" lang="en-US"/>
              <a:t>A</a:t>
            </a:r>
            <a:r>
              <a:rPr dirty="0" sz="3200" lang="en-US"/>
              <a:t>B</a:t>
            </a:r>
            <a:r>
              <a:rPr dirty="0" sz="3200" lang="en-US"/>
              <a:t>S</a:t>
            </a:r>
            <a:r>
              <a:rPr dirty="0" sz="3200" lang="en-US"/>
              <a:t>T</a:t>
            </a:r>
            <a:r>
              <a:rPr dirty="0" sz="3200" lang="en-US"/>
              <a:t>R</a:t>
            </a:r>
            <a:r>
              <a:rPr dirty="0" sz="3200" lang="en-US"/>
              <a:t>A</a:t>
            </a:r>
            <a:r>
              <a:rPr dirty="0" sz="3200" lang="en-US"/>
              <a:t>C</a:t>
            </a:r>
            <a:r>
              <a:rPr dirty="0" sz="3200" lang="en-US"/>
              <a:t>T</a:t>
            </a:r>
            <a:endParaRPr dirty="0"/>
          </a:p>
          <a:p>
            <a:r>
              <a:rPr dirty="0" lang="en-US"/>
              <a:t> </a:t>
            </a:r>
            <a:r>
              <a:rPr dirty="0" lang="en-US"/>
              <a:t> </a:t>
            </a:r>
            <a:r>
              <a:rPr dirty="0" lang="en-US"/>
              <a:t> </a:t>
            </a:r>
            <a:endParaRPr dirty="0"/>
          </a:p>
          <a:p>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endParaRPr dirty="0"/>
          </a:p>
          <a:p>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sz="3200" lang="en-US"/>
              <a:t>2</a:t>
            </a:r>
            <a:r>
              <a:rPr dirty="0" sz="3200" lang="en-US"/>
              <a:t>.PROBLEM STATEMENT</a:t>
            </a:r>
            <a:endParaRPr dirty="0"/>
          </a:p>
          <a:p>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3</a:t>
            </a:r>
            <a:r>
              <a:rPr dirty="0" sz="3200" lang="en-US"/>
              <a:t>.</a:t>
            </a:r>
            <a:r>
              <a:rPr dirty="0" sz="3200" lang="en-US"/>
              <a:t>O</a:t>
            </a:r>
            <a:r>
              <a:rPr dirty="0" sz="3200" lang="en-US"/>
              <a:t>B</a:t>
            </a:r>
            <a:r>
              <a:rPr dirty="0" sz="3200" lang="en-US"/>
              <a:t>J</a:t>
            </a:r>
            <a:r>
              <a:rPr dirty="0" sz="3200" lang="en-US"/>
              <a:t>E</a:t>
            </a:r>
            <a:r>
              <a:rPr dirty="0" sz="3200" lang="en-US"/>
              <a:t>C</a:t>
            </a:r>
            <a:r>
              <a:rPr dirty="0" sz="3200" lang="en-US"/>
              <a:t>T</a:t>
            </a:r>
            <a:r>
              <a:rPr dirty="0" sz="3200" lang="en-US"/>
              <a:t>I</a:t>
            </a:r>
            <a:r>
              <a:rPr dirty="0" sz="3200" lang="en-US"/>
              <a:t>V</a:t>
            </a:r>
            <a:r>
              <a:rPr dirty="0" sz="3200" lang="en-US"/>
              <a:t>E</a:t>
            </a:r>
            <a:r>
              <a:rPr dirty="0" sz="3200" lang="en-US"/>
              <a:t>S</a:t>
            </a:r>
            <a:endParaRPr dirty="0"/>
          </a:p>
          <a:p>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4</a:t>
            </a:r>
            <a:r>
              <a:rPr dirty="0" sz="3200" lang="en-US"/>
              <a:t>.</a:t>
            </a:r>
            <a:r>
              <a:rPr dirty="0" sz="3200" lang="en-US"/>
              <a:t>P</a:t>
            </a:r>
            <a:r>
              <a:rPr dirty="0" sz="3200" lang="en-US"/>
              <a:t>R</a:t>
            </a:r>
            <a:r>
              <a:rPr dirty="0" sz="3200" lang="en-US"/>
              <a:t>O</a:t>
            </a:r>
            <a:r>
              <a:rPr dirty="0" sz="3200" lang="en-US"/>
              <a:t>JECT </a:t>
            </a:r>
            <a:r>
              <a:rPr dirty="0" sz="3200" lang="en-US"/>
              <a:t> </a:t>
            </a:r>
            <a:r>
              <a:rPr dirty="0" sz="3200" lang="en-US"/>
              <a:t>S</a:t>
            </a:r>
            <a:r>
              <a:rPr dirty="0" sz="3200" lang="en-US"/>
              <a:t>C</a:t>
            </a:r>
            <a:r>
              <a:rPr dirty="0" sz="3200" lang="en-US"/>
              <a:t>O</a:t>
            </a:r>
            <a:r>
              <a:rPr dirty="0" sz="3200" lang="en-US"/>
              <a:t>P</a:t>
            </a:r>
            <a:r>
              <a:rPr dirty="0" sz="3200" lang="en-US"/>
              <a:t>E</a:t>
            </a:r>
            <a:endParaRPr dirty="0"/>
          </a:p>
          <a:p>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5</a:t>
            </a:r>
            <a:r>
              <a:rPr dirty="0" sz="3200" lang="en-US"/>
              <a:t>.</a:t>
            </a:r>
            <a:r>
              <a:rPr dirty="0" sz="3200" lang="en-US"/>
              <a:t>T</a:t>
            </a:r>
            <a:r>
              <a:rPr dirty="0" sz="3200" lang="en-US"/>
              <a:t>E</a:t>
            </a:r>
            <a:r>
              <a:rPr dirty="0" sz="3200" lang="en-US"/>
              <a:t>C</a:t>
            </a:r>
            <a:r>
              <a:rPr dirty="0" sz="3200" lang="en-US"/>
              <a:t>H</a:t>
            </a:r>
            <a:r>
              <a:rPr dirty="0" sz="3200" lang="en-US"/>
              <a:t>N</a:t>
            </a:r>
            <a:r>
              <a:rPr dirty="0" sz="3200" lang="en-US"/>
              <a:t>O</a:t>
            </a:r>
            <a:r>
              <a:rPr dirty="0" sz="3200" lang="en-US"/>
              <a:t>L</a:t>
            </a:r>
            <a:r>
              <a:rPr dirty="0" sz="3200" lang="en-US"/>
              <a:t>O</a:t>
            </a:r>
            <a:r>
              <a:rPr dirty="0" sz="3200" lang="en-US"/>
              <a:t>G</a:t>
            </a:r>
            <a:r>
              <a:rPr dirty="0" sz="3200" lang="en-US"/>
              <a:t>I</a:t>
            </a:r>
            <a:r>
              <a:rPr dirty="0" sz="3200" lang="en-US"/>
              <a:t>E</a:t>
            </a:r>
            <a:r>
              <a:rPr dirty="0" sz="3200" lang="en-US"/>
              <a:t>S</a:t>
            </a:r>
            <a:r>
              <a:rPr dirty="0" sz="3200" lang="en-US"/>
              <a:t> </a:t>
            </a:r>
            <a:r>
              <a:rPr dirty="0" sz="3200" lang="en-US"/>
              <a:t>U</a:t>
            </a:r>
            <a:r>
              <a:rPr dirty="0" sz="3200" lang="en-US"/>
              <a:t>S</a:t>
            </a:r>
            <a:r>
              <a:rPr dirty="0" sz="3200" lang="en-US"/>
              <a:t>E</a:t>
            </a:r>
            <a:r>
              <a:rPr dirty="0" sz="3200" lang="en-US"/>
              <a:t>D </a:t>
            </a:r>
            <a:endParaRPr dirty="0"/>
          </a:p>
          <a:p>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6</a:t>
            </a:r>
            <a:r>
              <a:rPr dirty="0" sz="3200" lang="en-US"/>
              <a:t>.</a:t>
            </a:r>
            <a:r>
              <a:rPr dirty="0" sz="3200" lang="en-US"/>
              <a:t>A</a:t>
            </a:r>
            <a:r>
              <a:rPr dirty="0" sz="3200" lang="en-US"/>
              <a:t>P</a:t>
            </a:r>
            <a:r>
              <a:rPr dirty="0" sz="3200" lang="en-US"/>
              <a:t>P</a:t>
            </a:r>
            <a:r>
              <a:rPr dirty="0" sz="3200" lang="en-US"/>
              <a:t>L</a:t>
            </a:r>
            <a:r>
              <a:rPr dirty="0" sz="3200" lang="en-US"/>
              <a:t>I</a:t>
            </a:r>
            <a:r>
              <a:rPr dirty="0" sz="3200" lang="en-US"/>
              <a:t>C</a:t>
            </a:r>
            <a:r>
              <a:rPr dirty="0" sz="3200" lang="en-US"/>
              <a:t>A</a:t>
            </a:r>
            <a:r>
              <a:rPr dirty="0" sz="3200" lang="en-US"/>
              <a:t>T</a:t>
            </a:r>
            <a:r>
              <a:rPr dirty="0" sz="3200" lang="en-US"/>
              <a:t>I</a:t>
            </a:r>
            <a:r>
              <a:rPr dirty="0" sz="3200" lang="en-US"/>
              <a:t>O</a:t>
            </a:r>
            <a:r>
              <a:rPr dirty="0" sz="3200" lang="en-US"/>
              <a:t>N</a:t>
            </a:r>
            <a:r>
              <a:rPr dirty="0" sz="3200" lang="en-US"/>
              <a:t> </a:t>
            </a:r>
            <a:r>
              <a:rPr dirty="0" sz="3200" lang="en-US"/>
              <a:t>F</a:t>
            </a:r>
            <a:r>
              <a:rPr dirty="0" sz="3200" lang="en-US"/>
              <a:t>L</a:t>
            </a:r>
            <a:r>
              <a:rPr dirty="0" sz="3200" lang="en-US"/>
              <a:t>O</a:t>
            </a:r>
            <a:r>
              <a:rPr dirty="0" sz="3200" lang="en-US"/>
              <a:t>W</a:t>
            </a:r>
            <a:endParaRPr dirty="0"/>
          </a:p>
          <a:p>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7</a:t>
            </a:r>
            <a:r>
              <a:rPr dirty="0" sz="3200" lang="en-US"/>
              <a:t>.</a:t>
            </a:r>
            <a:r>
              <a:rPr dirty="0" sz="3200" lang="en-US"/>
              <a:t>K</a:t>
            </a:r>
            <a:r>
              <a:rPr dirty="0" sz="3200" lang="en-US"/>
              <a:t>E</a:t>
            </a:r>
            <a:r>
              <a:rPr dirty="0" sz="3200" lang="en-US"/>
              <a:t>Y</a:t>
            </a:r>
            <a:r>
              <a:rPr dirty="0" sz="3200" lang="en-US"/>
              <a:t> </a:t>
            </a:r>
            <a:r>
              <a:rPr dirty="0" sz="3200" lang="en-US"/>
              <a:t>R</a:t>
            </a:r>
            <a:r>
              <a:rPr dirty="0" sz="3200" lang="en-US"/>
              <a:t>E</a:t>
            </a:r>
            <a:r>
              <a:rPr dirty="0" sz="3200" lang="en-US"/>
              <a:t>A</a:t>
            </a:r>
            <a:r>
              <a:rPr dirty="0" sz="3200" lang="en-US"/>
              <a:t>C</a:t>
            </a:r>
            <a:r>
              <a:rPr dirty="0" sz="3200" lang="en-US"/>
              <a:t>T</a:t>
            </a:r>
            <a:r>
              <a:rPr dirty="0" sz="3200" lang="en-US"/>
              <a:t> </a:t>
            </a:r>
            <a:r>
              <a:rPr dirty="0" sz="3200" lang="en-US"/>
              <a:t>C</a:t>
            </a:r>
            <a:r>
              <a:rPr dirty="0" sz="3200" lang="en-US"/>
              <a:t>O</a:t>
            </a:r>
            <a:r>
              <a:rPr dirty="0" sz="3200" lang="en-US"/>
              <a:t>N</a:t>
            </a:r>
            <a:r>
              <a:rPr dirty="0" sz="3200" lang="en-US"/>
              <a:t>C</a:t>
            </a:r>
            <a:r>
              <a:rPr dirty="0" sz="3200" lang="en-US"/>
              <a:t>E</a:t>
            </a:r>
            <a:r>
              <a:rPr dirty="0" sz="3200" lang="en-US"/>
              <a:t>P</a:t>
            </a:r>
            <a:r>
              <a:rPr dirty="0" sz="3200" lang="en-US"/>
              <a:t>T</a:t>
            </a:r>
            <a:r>
              <a:rPr dirty="0" sz="3200" lang="en-US"/>
              <a:t>S</a:t>
            </a:r>
            <a:r>
              <a:rPr dirty="0" sz="3200" lang="en-US"/>
              <a:t> </a:t>
            </a:r>
            <a:r>
              <a:rPr dirty="0" sz="3200" lang="en-US"/>
              <a:t>U</a:t>
            </a:r>
            <a:r>
              <a:rPr dirty="0" sz="3200" lang="en-US"/>
              <a:t>S</a:t>
            </a:r>
            <a:r>
              <a:rPr dirty="0" sz="3200" lang="en-US"/>
              <a:t>E</a:t>
            </a:r>
            <a:r>
              <a:rPr dirty="0" sz="3200" lang="en-US"/>
              <a:t>D</a:t>
            </a:r>
            <a:endParaRPr dirty="0"/>
          </a:p>
          <a:p>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 </a:t>
            </a:r>
            <a:r>
              <a:rPr dirty="0" sz="3200" lang="en-US"/>
              <a:t>8</a:t>
            </a:r>
            <a:r>
              <a:rPr dirty="0" sz="3200" lang="en-US"/>
              <a:t>.</a:t>
            </a:r>
            <a:r>
              <a:rPr dirty="0" sz="3200" lang="en-US"/>
              <a:t>E</a:t>
            </a:r>
            <a:r>
              <a:rPr dirty="0" sz="3200" lang="en-US"/>
              <a:t>X</a:t>
            </a:r>
            <a:r>
              <a:rPr dirty="0" sz="3200" lang="en-US"/>
              <a:t>P</a:t>
            </a:r>
            <a:r>
              <a:rPr dirty="0" sz="3200" lang="en-US"/>
              <a:t>E</a:t>
            </a:r>
            <a:r>
              <a:rPr dirty="0" sz="3200" lang="en-US"/>
              <a:t>C</a:t>
            </a:r>
            <a:r>
              <a:rPr dirty="0" sz="3200" lang="en-US"/>
              <a:t>T</a:t>
            </a:r>
            <a:r>
              <a:rPr dirty="0" sz="3200" lang="en-US"/>
              <a:t>E</a:t>
            </a:r>
            <a:r>
              <a:rPr dirty="0" sz="3200" lang="en-US"/>
              <a:t>D</a:t>
            </a:r>
            <a:r>
              <a:rPr dirty="0" sz="3200" lang="en-US"/>
              <a:t> </a:t>
            </a:r>
            <a:r>
              <a:rPr dirty="0" sz="3200" lang="en-US"/>
              <a:t>O</a:t>
            </a:r>
            <a:r>
              <a:rPr dirty="0" sz="3200" lang="en-US"/>
              <a:t>U</a:t>
            </a:r>
            <a:r>
              <a:rPr dirty="0" sz="3200" lang="en-US"/>
              <a:t>T</a:t>
            </a:r>
            <a:r>
              <a:rPr dirty="0" sz="3200" lang="en-US"/>
              <a:t>P</a:t>
            </a:r>
            <a:r>
              <a:rPr dirty="0" sz="3200" lang="en-US"/>
              <a:t>UT </a:t>
            </a:r>
            <a:endParaRPr dirty="0"/>
          </a:p>
          <a:p>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V</a:t>
            </a:r>
            <a:r>
              <a:rPr dirty="0" lang="en-US"/>
              <a:t>V</a:t>
            </a:r>
            <a:r>
              <a:rPr dirty="0" lang="en-US"/>
              <a:t> </a:t>
            </a:r>
            <a:r>
              <a:rPr dirty="0" lang="en-US"/>
              <a:t>V</a:t>
            </a:r>
            <a:r>
              <a:rPr dirty="0" lang="en-US"/>
              <a:t> </a:t>
            </a:r>
            <a:r>
              <a:rPr dirty="0" lang="en-US"/>
              <a:t>V</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lang="en-US"/>
              <a:t> </a:t>
            </a:r>
            <a:r>
              <a:rPr dirty="0" sz="2800" lang="en-US"/>
              <a:t>9</a:t>
            </a:r>
            <a:r>
              <a:rPr dirty="0" sz="2800" lang="en-US"/>
              <a:t>.</a:t>
            </a:r>
            <a:r>
              <a:rPr dirty="0" sz="2800" lang="en-US"/>
              <a:t>C</a:t>
            </a:r>
            <a:r>
              <a:rPr dirty="0" sz="2800" lang="en-US"/>
              <a:t>H</a:t>
            </a:r>
            <a:r>
              <a:rPr dirty="0" sz="2800" lang="en-US"/>
              <a:t>A</a:t>
            </a:r>
            <a:r>
              <a:rPr dirty="0" sz="2800" lang="en-US"/>
              <a:t>L</a:t>
            </a:r>
            <a:r>
              <a:rPr dirty="0" sz="2800" lang="en-US"/>
              <a:t>L</a:t>
            </a:r>
            <a:r>
              <a:rPr dirty="0" sz="2800" lang="en-US"/>
              <a:t>E</a:t>
            </a:r>
            <a:r>
              <a:rPr dirty="0" sz="2800" lang="en-US"/>
              <a:t>N</a:t>
            </a:r>
            <a:r>
              <a:rPr dirty="0" sz="2800" lang="en-US"/>
              <a:t>G</a:t>
            </a:r>
            <a:r>
              <a:rPr dirty="0" sz="2800" lang="en-US"/>
              <a:t>E</a:t>
            </a:r>
            <a:r>
              <a:rPr dirty="0" sz="2800" lang="en-US"/>
              <a:t>S</a:t>
            </a:r>
            <a:r>
              <a:rPr dirty="0" sz="2800" lang="en-US"/>
              <a:t> </a:t>
            </a:r>
            <a:r>
              <a:rPr dirty="0" sz="2800" lang="en-US"/>
              <a:t>F</a:t>
            </a:r>
            <a:r>
              <a:rPr dirty="0" sz="2800" lang="en-US"/>
              <a:t>A</a:t>
            </a:r>
            <a:r>
              <a:rPr dirty="0" sz="2800" lang="en-US"/>
              <a:t>C</a:t>
            </a:r>
            <a:r>
              <a:rPr dirty="0" sz="2800" lang="en-US"/>
              <a:t>E</a:t>
            </a:r>
            <a:r>
              <a:rPr dirty="0" sz="2800" lang="en-US"/>
              <a:t>D</a:t>
            </a:r>
            <a:endParaRPr dirty="0"/>
          </a:p>
          <a:p>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1</a:t>
            </a:r>
            <a:r>
              <a:rPr dirty="0" sz="2800" lang="en-US"/>
              <a:t>0</a:t>
            </a:r>
            <a:r>
              <a:rPr dirty="0" sz="2800" lang="en-US"/>
              <a:t>.</a:t>
            </a:r>
            <a:r>
              <a:rPr dirty="0" sz="2800" lang="en-US"/>
              <a:t>L</a:t>
            </a:r>
            <a:r>
              <a:rPr dirty="0" sz="2800" lang="en-US"/>
              <a:t>E</a:t>
            </a:r>
            <a:r>
              <a:rPr dirty="0" sz="2800" lang="en-US"/>
              <a:t>A</a:t>
            </a:r>
            <a:r>
              <a:rPr dirty="0" sz="2800" lang="en-US"/>
              <a:t>R</a:t>
            </a:r>
            <a:r>
              <a:rPr dirty="0" sz="2800" lang="en-US"/>
              <a:t>N</a:t>
            </a:r>
            <a:r>
              <a:rPr dirty="0" sz="2800" lang="en-US"/>
              <a:t>I</a:t>
            </a:r>
            <a:r>
              <a:rPr dirty="0" sz="2800" lang="en-US"/>
              <a:t>N</a:t>
            </a:r>
            <a:r>
              <a:rPr dirty="0" sz="2800" lang="en-US"/>
              <a:t>G</a:t>
            </a:r>
            <a:r>
              <a:rPr dirty="0" sz="2800" lang="en-US"/>
              <a:t> </a:t>
            </a:r>
            <a:r>
              <a:rPr dirty="0" sz="2800" lang="en-US"/>
              <a:t>O</a:t>
            </a:r>
            <a:r>
              <a:rPr dirty="0" sz="2800" lang="en-US"/>
              <a:t>U</a:t>
            </a:r>
            <a:r>
              <a:rPr dirty="0" sz="2800" lang="en-US"/>
              <a:t>T</a:t>
            </a:r>
            <a:r>
              <a:rPr dirty="0" sz="2800" lang="en-US"/>
              <a:t>C</a:t>
            </a:r>
            <a:r>
              <a:rPr dirty="0" sz="2800" lang="en-US"/>
              <a:t>O</a:t>
            </a:r>
            <a:r>
              <a:rPr dirty="0" sz="2800" lang="en-US"/>
              <a:t>MES </a:t>
            </a:r>
            <a:endParaRPr dirty="0"/>
          </a:p>
          <a:p>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q</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 </a:t>
            </a:r>
            <a:r>
              <a:rPr dirty="0" sz="2800" lang="en-US"/>
              <a:t>1</a:t>
            </a:r>
            <a:r>
              <a:rPr dirty="0" sz="2800" lang="en-US"/>
              <a:t>1</a:t>
            </a:r>
            <a:r>
              <a:rPr dirty="0" sz="2800" lang="en-US"/>
              <a:t>.</a:t>
            </a:r>
            <a:r>
              <a:rPr dirty="0" sz="2800" lang="en-US"/>
              <a:t>C</a:t>
            </a:r>
            <a:r>
              <a:rPr dirty="0" sz="2800" lang="en-US"/>
              <a:t>O</a:t>
            </a:r>
            <a:r>
              <a:rPr dirty="0" sz="2800" lang="en-US"/>
              <a:t>N</a:t>
            </a:r>
            <a:r>
              <a:rPr dirty="0" sz="2800" lang="en-US"/>
              <a:t>C</a:t>
            </a:r>
            <a:r>
              <a:rPr dirty="0" sz="2800" lang="en-US"/>
              <a:t>L</a:t>
            </a:r>
            <a:r>
              <a:rPr dirty="0" sz="2800" lang="en-US"/>
              <a:t>U</a:t>
            </a:r>
            <a:r>
              <a:rPr dirty="0" sz="2800" lang="en-US"/>
              <a:t>S</a:t>
            </a:r>
            <a:r>
              <a:rPr dirty="0" sz="2800" lang="en-US"/>
              <a:t>I</a:t>
            </a:r>
            <a:r>
              <a:rPr dirty="0" sz="2800" lang="en-US"/>
              <a:t>O</a:t>
            </a:r>
            <a:r>
              <a:rPr dirty="0" sz="2800" lang="en-US"/>
              <a:t>N</a:t>
            </a:r>
            <a:endParaRPr dirty="0"/>
          </a:p>
        </p:txBody>
      </p:sp>
      <p:grpSp>
        <p:nvGrpSpPr>
          <p:cNvPr id="38" name="object 3"/>
          <p:cNvGrpSpPr/>
          <p:nvPr/>
        </p:nvGrpSpPr>
        <p:grpSpPr>
          <a:xfrm>
            <a:off x="7448612" y="0"/>
            <a:ext cx="4743796" cy="6858466"/>
            <a:chOff x="7448612" y="0"/>
            <a:chExt cx="4743796" cy="6858466"/>
          </a:xfrm>
        </p:grpSpPr>
        <p:sp>
          <p:nvSpPr>
            <p:cNvPr id="1048648"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49"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50"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51"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52"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53" name="object 9"/>
            <p:cNvSpPr/>
            <p:nvPr/>
          </p:nvSpPr>
          <p:spPr>
            <a:xfrm>
              <a:off x="8945563"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54"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55"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56"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57"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58"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59"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60"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7"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9" name="object 18"/>
          <p:cNvGrpSpPr/>
          <p:nvPr/>
        </p:nvGrpSpPr>
        <p:grpSpPr>
          <a:xfrm>
            <a:off x="47625" y="3819523"/>
            <a:ext cx="4124325" cy="3009900"/>
            <a:chOff x="47625" y="3819523"/>
            <a:chExt cx="4124325" cy="3009900"/>
          </a:xfrm>
        </p:grpSpPr>
        <p:pic>
          <p:nvPicPr>
            <p:cNvPr id="2097158"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9"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61" name="object 21"/>
          <p:cNvSpPr txBox="1">
            <a:spLocks noGrp="1"/>
          </p:cNvSpPr>
          <p:nvPr>
            <p:ph type="title"/>
          </p:nvPr>
        </p:nvSpPr>
        <p:spPr>
          <a:xfrm>
            <a:off x="458065" y="447675"/>
            <a:ext cx="2651530" cy="813435"/>
          </a:xfrm>
          <a:prstGeom prst="rect"/>
        </p:spPr>
        <p:txBody>
          <a:bodyPr bIns="0" lIns="0" rIns="0" rtlCol="0" tIns="13335" vert="horz" wrap="square">
            <a:spAutoFit/>
          </a:bodyPr>
          <a:p>
            <a:pPr marL="12700">
              <a:lnSpc>
                <a:spcPct val="100000"/>
              </a:lnSpc>
              <a:spcBef>
                <a:spcPts val="105"/>
              </a:spcBef>
            </a:pPr>
            <a:r>
              <a:rPr altLang="en-US" dirty="0" sz="5400" lang="en-US" spc="25"/>
              <a:t>T</a:t>
            </a:r>
            <a:r>
              <a:rPr altLang="en-US" dirty="0" sz="5400" lang="en-US" spc="25"/>
              <a:t>O</a:t>
            </a:r>
            <a:r>
              <a:rPr altLang="en-US" dirty="0" sz="5400" lang="en-US" spc="25"/>
              <a:t>P</a:t>
            </a:r>
            <a:r>
              <a:rPr altLang="en-US" dirty="0" sz="5400" lang="en-US" spc="25"/>
              <a:t>I</a:t>
            </a:r>
            <a:r>
              <a:rPr altLang="en-US" dirty="0" sz="5400" lang="en-US" spc="25"/>
              <a:t>C</a:t>
            </a:r>
            <a:r>
              <a:rPr altLang="en-US" dirty="0" sz="5400" lang="en-US" spc="25"/>
              <a:t>S</a:t>
            </a:r>
            <a:endParaRPr altLang="en-US" lang="zh-CN"/>
          </a:p>
        </p:txBody>
      </p:sp>
      <p:sp>
        <p:nvSpPr>
          <p:cNvPr id="1048662"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grpSp>
        <p:nvGrpSpPr>
          <p:cNvPr id="41" name="object 2"/>
          <p:cNvGrpSpPr/>
          <p:nvPr/>
        </p:nvGrpSpPr>
        <p:grpSpPr>
          <a:xfrm>
            <a:off x="7991475" y="2933700"/>
            <a:ext cx="2762250" cy="3257550"/>
            <a:chOff x="7991475" y="2933700"/>
            <a:chExt cx="2762250" cy="3257550"/>
          </a:xfrm>
        </p:grpSpPr>
        <p:sp>
          <p:nvSpPr>
            <p:cNvPr id="104866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4"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65"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6" name="object 7"/>
          <p:cNvSpPr txBox="1">
            <a:spLocks noGrp="1"/>
          </p:cNvSpPr>
          <p:nvPr>
            <p:ph type="title"/>
          </p:nvPr>
        </p:nvSpPr>
        <p:spPr>
          <a:xfrm>
            <a:off x="834072" y="575055"/>
            <a:ext cx="5636895" cy="816609"/>
          </a:xfrm>
          <a:prstGeom prst="rect"/>
        </p:spPr>
        <p:txBody>
          <a:bodyPr bIns="0" lIns="0" rIns="0" rtlCol="0" tIns="16510" vert="horz" wrap="square">
            <a:spAutoFit/>
          </a:bodyPr>
          <a:p>
            <a:pPr indent="0" marL="0">
              <a:lnSpc>
                <a:spcPct val="100000"/>
              </a:lnSpc>
              <a:spcBef>
                <a:spcPts val="130"/>
              </a:spcBef>
              <a:buNone/>
              <a:tabLst>
                <a:tab algn="l" pos="2727960"/>
              </a:tabLst>
            </a:pPr>
            <a:r>
              <a:rPr dirty="0" sz="5400" lang="en-US" spc="-20"/>
              <a:t>A</a:t>
            </a:r>
            <a:r>
              <a:rPr dirty="0" sz="5400" lang="en-US" spc="-20"/>
              <a:t>B</a:t>
            </a:r>
            <a:r>
              <a:rPr dirty="0" sz="5400" lang="en-US" spc="-20"/>
              <a:t>S</a:t>
            </a:r>
            <a:r>
              <a:rPr dirty="0" sz="5400" lang="en-US" spc="-20"/>
              <a:t>T</a:t>
            </a:r>
            <a:r>
              <a:rPr dirty="0" sz="5400" lang="en-US" spc="-20"/>
              <a:t>R</a:t>
            </a:r>
            <a:r>
              <a:rPr dirty="0" sz="5400" lang="en-US" spc="-20"/>
              <a:t>A</a:t>
            </a:r>
            <a:r>
              <a:rPr dirty="0" sz="5400" lang="en-US" spc="-20"/>
              <a:t>C</a:t>
            </a:r>
            <a:r>
              <a:rPr dirty="0" sz="5400" lang="en-US" spc="-20"/>
              <a:t>T</a:t>
            </a:r>
            <a:r>
              <a:rPr dirty="0" sz="5400" lang="en-US" spc="-20"/>
              <a:t>:</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7"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68" name=""/>
          <p:cNvSpPr txBox="1"/>
          <p:nvPr/>
        </p:nvSpPr>
        <p:spPr>
          <a:xfrm>
            <a:off x="1218372" y="1749742"/>
            <a:ext cx="8316150" cy="4282440"/>
          </a:xfrm>
          <a:prstGeom prst="rect"/>
        </p:spPr>
        <p:txBody>
          <a:bodyPr rtlCol="0" wrap="square">
            <a:spAutoFit/>
          </a:bodyPr>
          <a:p>
            <a:r>
              <a:rPr sz="2800" lang="en-US">
                <a:solidFill>
                  <a:srgbClr val="000000"/>
                </a:solidFill>
              </a:rPr>
              <a:t>The HR Employee Leave Management Tool is a web-based application developed to simplify and automate the employee leave management process within an organization. Traditional leave management methods that rely on paper forms and manual approvals often lead to delays, errors, and difficulties in tracking employee leave records. This system provides an efficient and centralized platform for employees and HR administrators to manage leave requests digitally.</a:t>
            </a:r>
            <a:endParaRPr sz="2800" lang="en-US">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grpSp>
        <p:nvGrpSpPr>
          <p:cNvPr id="43" name="object 2"/>
          <p:cNvGrpSpPr/>
          <p:nvPr/>
        </p:nvGrpSpPr>
        <p:grpSpPr>
          <a:xfrm>
            <a:off x="8658225" y="2647950"/>
            <a:ext cx="3533775" cy="3810000"/>
            <a:chOff x="8658225" y="2647950"/>
            <a:chExt cx="3533775" cy="3810000"/>
          </a:xfrm>
        </p:grpSpPr>
        <p:sp>
          <p:nvSpPr>
            <p:cNvPr id="1048669"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0"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2"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71"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2" name="object 7"/>
          <p:cNvSpPr txBox="1">
            <a:spLocks noGrp="1"/>
          </p:cNvSpPr>
          <p:nvPr>
            <p:ph type="title"/>
          </p:nvPr>
        </p:nvSpPr>
        <p:spPr>
          <a:xfrm>
            <a:off x="739775" y="829627"/>
            <a:ext cx="5263515" cy="1261109"/>
          </a:xfrm>
          <a:prstGeom prst="rect"/>
        </p:spPr>
        <p:txBody>
          <a:bodyPr bIns="0" lIns="0" rIns="0" rtlCol="0" tIns="16510" vert="horz" wrap="square">
            <a:spAutoFit/>
          </a:bodyPr>
          <a:p>
            <a:pPr indent="0" marL="0">
              <a:lnSpc>
                <a:spcPct val="100000"/>
              </a:lnSpc>
              <a:spcBef>
                <a:spcPts val="130"/>
              </a:spcBef>
              <a:buNone/>
              <a:tabLst>
                <a:tab algn="l" pos="2642870"/>
              </a:tabLst>
            </a:pPr>
            <a:r>
              <a:rPr sz="4250" lang="en-US"/>
              <a:t>P</a:t>
            </a:r>
            <a:r>
              <a:rPr sz="4250" lang="en-US"/>
              <a:t>R</a:t>
            </a:r>
            <a:r>
              <a:rPr sz="4250" lang="en-US"/>
              <a:t>O</a:t>
            </a:r>
            <a:r>
              <a:rPr sz="4250" lang="en-US"/>
              <a:t>B</a:t>
            </a:r>
            <a:r>
              <a:rPr sz="4250" lang="en-US"/>
              <a:t>L</a:t>
            </a:r>
            <a:r>
              <a:rPr sz="4250" lang="en-US"/>
              <a:t>EM </a:t>
            </a:r>
            <a:r>
              <a:rPr sz="4250" lang="en-US"/>
              <a:t>S</a:t>
            </a:r>
            <a:r>
              <a:rPr sz="4250" lang="en-US"/>
              <a:t>T</a:t>
            </a:r>
            <a:r>
              <a:rPr sz="4250" lang="en-US"/>
              <a:t>A</a:t>
            </a:r>
            <a:r>
              <a:rPr sz="4250" lang="en-US"/>
              <a:t>TEMENT</a:t>
            </a:r>
            <a:r>
              <a:rPr sz="4250" lang="en-US"/>
              <a:t>:</a:t>
            </a:r>
            <a:endParaRPr sz="4250"/>
          </a:p>
        </p:txBody>
      </p:sp>
      <p:pic>
        <p:nvPicPr>
          <p:cNvPr id="2097163"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73"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74" name=""/>
          <p:cNvSpPr txBox="1"/>
          <p:nvPr/>
        </p:nvSpPr>
        <p:spPr>
          <a:xfrm rot="21600000">
            <a:off x="1186227" y="2347435"/>
            <a:ext cx="6866482" cy="3863340"/>
          </a:xfrm>
          <a:prstGeom prst="rect"/>
        </p:spPr>
        <p:txBody>
          <a:bodyPr rtlCol="0" wrap="square">
            <a:spAutoFit/>
          </a:bodyPr>
          <a:p>
            <a:r>
              <a:rPr sz="2800" lang="en-US">
                <a:solidFill>
                  <a:srgbClr val="000000"/>
                </a:solidFill>
              </a:rPr>
              <a:t>Many organizations still use manual methods such as paper forms, spreadsheets, emails, or verbal communication to manage employee leave requests. These traditional approaches often lead to delays in approval, loss of records, calculation errors in leave balances, and difficulties in tracking employee leave history.</a:t>
            </a:r>
            <a:endParaRPr sz="2800" lang="en-US">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75"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6"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7"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78" name="object 5"/>
          <p:cNvSpPr txBox="1">
            <a:spLocks noGrp="1"/>
          </p:cNvSpPr>
          <p:nvPr>
            <p:ph type="title"/>
          </p:nvPr>
        </p:nvSpPr>
        <p:spPr>
          <a:xfrm>
            <a:off x="699452" y="891793"/>
            <a:ext cx="5014595" cy="613410"/>
          </a:xfrm>
          <a:prstGeom prst="rect"/>
        </p:spPr>
        <p:txBody>
          <a:bodyPr bIns="0" lIns="0" rIns="0" rtlCol="0" tIns="16510" vert="horz" wrap="square">
            <a:spAutoFit/>
          </a:bodyPr>
          <a:p>
            <a:pPr indent="0" marL="0">
              <a:lnSpc>
                <a:spcPct val="100000"/>
              </a:lnSpc>
              <a:spcBef>
                <a:spcPts val="130"/>
              </a:spcBef>
              <a:buNone/>
            </a:pPr>
            <a:r>
              <a:rPr dirty="0" sz="4000" lang="en-US" spc="25"/>
              <a:t>O</a:t>
            </a:r>
            <a:r>
              <a:rPr dirty="0" sz="4000" lang="en-US" spc="25"/>
              <a:t>B</a:t>
            </a:r>
            <a:r>
              <a:rPr dirty="0" sz="4000" lang="en-US" spc="25"/>
              <a:t>J</a:t>
            </a:r>
            <a:r>
              <a:rPr dirty="0" sz="4000" lang="en-US" spc="25"/>
              <a:t>ECTIVE</a:t>
            </a:r>
            <a:r>
              <a:rPr dirty="0" sz="4000" lang="en-US" spc="25"/>
              <a:t>S</a:t>
            </a:r>
            <a:r>
              <a:rPr dirty="0" sz="4000" lang="en-US" spc="25"/>
              <a:t>:</a:t>
            </a:r>
            <a:endParaRPr sz="3200"/>
          </a:p>
        </p:txBody>
      </p:sp>
      <p:pic>
        <p:nvPicPr>
          <p:cNvPr id="2097164"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79"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80" name=""/>
          <p:cNvSpPr txBox="1"/>
          <p:nvPr/>
        </p:nvSpPr>
        <p:spPr>
          <a:xfrm rot="21600000">
            <a:off x="723899" y="2228849"/>
            <a:ext cx="8572501" cy="3444240"/>
          </a:xfrm>
          <a:prstGeom prst="rect"/>
        </p:spPr>
        <p:txBody>
          <a:bodyPr rtlCol="0" wrap="square">
            <a:spAutoFit/>
          </a:bodyPr>
          <a:p>
            <a:r>
              <a:rPr sz="2800" lang="en-US">
                <a:solidFill>
                  <a:srgbClr val="000000"/>
                </a:solidFill>
              </a:rPr>
              <a:t>To develop an automated system for managing employee leave requests efficiently and accurately.
To provide employees with an easy-to-use platform for applying for leave and checking their leave status and balance.
To enable HR administrators and managers to approve or reject leave requests through a centralized system.</a:t>
            </a:r>
            <a:endParaRPr sz="2800" lang="en-US">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pic>
        <p:nvPicPr>
          <p:cNvPr id="2097165"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81"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2"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84" name="object 6"/>
          <p:cNvSpPr txBox="1">
            <a:spLocks noGrp="1"/>
          </p:cNvSpPr>
          <p:nvPr>
            <p:ph type="title"/>
          </p:nvPr>
        </p:nvSpPr>
        <p:spPr>
          <a:xfrm>
            <a:off x="558165" y="857885"/>
            <a:ext cx="9763125" cy="673735"/>
          </a:xfrm>
          <a:prstGeom prst="rect"/>
        </p:spPr>
        <p:txBody>
          <a:bodyPr bIns="0" lIns="0" rIns="0" rtlCol="0" tIns="13335" vert="horz" wrap="square">
            <a:spAutoFit/>
          </a:bodyPr>
          <a:p>
            <a:pPr indent="0" marL="0">
              <a:lnSpc>
                <a:spcPct val="100000"/>
              </a:lnSpc>
              <a:spcBef>
                <a:spcPts val="105"/>
              </a:spcBef>
              <a:buNone/>
            </a:pPr>
            <a:r>
              <a:rPr dirty="0" sz="4400" lang="en-US" spc="10"/>
              <a:t>P</a:t>
            </a:r>
            <a:r>
              <a:rPr dirty="0" sz="4400" lang="en-US" spc="10"/>
              <a:t>R</a:t>
            </a:r>
            <a:r>
              <a:rPr dirty="0" sz="4400" lang="en-US" spc="10"/>
              <a:t>O</a:t>
            </a:r>
            <a:r>
              <a:rPr dirty="0" sz="4400" lang="en-US" spc="10"/>
              <a:t>JECT </a:t>
            </a:r>
            <a:r>
              <a:rPr dirty="0" sz="4400" lang="en-US" spc="10"/>
              <a:t>S</a:t>
            </a:r>
            <a:r>
              <a:rPr dirty="0" sz="4400" lang="en-US" spc="10"/>
              <a:t>C</a:t>
            </a:r>
            <a:r>
              <a:rPr dirty="0" sz="4400" lang="en-US" spc="10"/>
              <a:t>O</a:t>
            </a:r>
            <a:r>
              <a:rPr dirty="0" sz="4400" lang="en-US" spc="10"/>
              <a:t>P</a:t>
            </a:r>
            <a:r>
              <a:rPr dirty="0" sz="4400" lang="en-US" spc="10"/>
              <a:t>E</a:t>
            </a:r>
            <a:r>
              <a:rPr dirty="0" sz="4400" lang="en-US" spc="10"/>
              <a:t>:</a:t>
            </a:r>
            <a:endParaRPr dirty="0" sz="3600"/>
          </a:p>
        </p:txBody>
      </p:sp>
      <p:pic>
        <p:nvPicPr>
          <p:cNvPr id="2097166"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85"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86" name=""/>
          <p:cNvSpPr txBox="1"/>
          <p:nvPr/>
        </p:nvSpPr>
        <p:spPr>
          <a:xfrm>
            <a:off x="2819400" y="2213609"/>
            <a:ext cx="7013864" cy="3444241"/>
          </a:xfrm>
          <a:prstGeom prst="rect"/>
        </p:spPr>
        <p:txBody>
          <a:bodyPr rtlCol="0" wrap="square">
            <a:spAutoFit/>
          </a:bodyPr>
          <a:p>
            <a:r>
              <a:rPr sz="2800" lang="en-US">
                <a:solidFill>
                  <a:srgbClr val="000000"/>
                </a:solidFill>
              </a:rPr>
              <a:t>Defining the project scope for an HR Employee Leave Management System ensures efficient time-off tracking, policy compliance, and automated workflows. A well-structured project scope mitigates scope creep and delivers a system that transforms manual processes into a transparent, digital experience.</a:t>
            </a:r>
            <a:endParaRPr sz="2800" lang="en-US">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87"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7"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88"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89" name="object 8"/>
          <p:cNvSpPr txBox="1"/>
          <p:nvPr/>
        </p:nvSpPr>
        <p:spPr>
          <a:xfrm>
            <a:off x="739775" y="291147"/>
            <a:ext cx="8794750" cy="737235"/>
          </a:xfrm>
          <a:prstGeom prst="rect"/>
        </p:spPr>
        <p:txBody>
          <a:bodyPr bIns="0" lIns="0" rIns="0" rtlCol="0" tIns="13335" vert="horz" wrap="square">
            <a:spAutoFit/>
          </a:bodyPr>
          <a:p>
            <a:pPr marL="12700">
              <a:lnSpc>
                <a:spcPct val="100000"/>
              </a:lnSpc>
              <a:spcBef>
                <a:spcPts val="105"/>
              </a:spcBef>
            </a:pPr>
            <a:r>
              <a:rPr b="1" dirty="0" sz="4800" lang="en-US" spc="15">
                <a:latin typeface="Trebuchet MS"/>
                <a:cs typeface="Trebuchet MS"/>
              </a:rPr>
              <a:t>T</a:t>
            </a:r>
            <a:r>
              <a:rPr b="1" dirty="0" sz="4800" lang="en-US" spc="15">
                <a:latin typeface="Trebuchet MS"/>
                <a:cs typeface="Trebuchet MS"/>
              </a:rPr>
              <a:t>E</a:t>
            </a:r>
            <a:r>
              <a:rPr b="1" dirty="0" sz="4800" lang="en-US" spc="15">
                <a:latin typeface="Trebuchet MS"/>
                <a:cs typeface="Trebuchet MS"/>
              </a:rPr>
              <a:t>C</a:t>
            </a:r>
            <a:r>
              <a:rPr b="1" dirty="0" sz="4800" lang="en-US" spc="15">
                <a:latin typeface="Trebuchet MS"/>
                <a:cs typeface="Trebuchet MS"/>
              </a:rPr>
              <a:t>H</a:t>
            </a:r>
            <a:r>
              <a:rPr b="1" dirty="0" sz="4800" lang="en-US" spc="15">
                <a:latin typeface="Trebuchet MS"/>
                <a:cs typeface="Trebuchet MS"/>
              </a:rPr>
              <a:t>N</a:t>
            </a:r>
            <a:r>
              <a:rPr b="1" dirty="0" sz="4800" lang="en-US" spc="15">
                <a:latin typeface="Trebuchet MS"/>
                <a:cs typeface="Trebuchet MS"/>
              </a:rPr>
              <a:t>O</a:t>
            </a:r>
            <a:r>
              <a:rPr b="1" dirty="0" sz="4800" lang="en-US" spc="15">
                <a:latin typeface="Trebuchet MS"/>
                <a:cs typeface="Trebuchet MS"/>
              </a:rPr>
              <a:t>L</a:t>
            </a:r>
            <a:r>
              <a:rPr b="1" dirty="0" sz="4800" lang="en-US" spc="15">
                <a:latin typeface="Trebuchet MS"/>
                <a:cs typeface="Trebuchet MS"/>
              </a:rPr>
              <a:t>O</a:t>
            </a:r>
            <a:r>
              <a:rPr b="1" dirty="0" sz="4800" lang="en-US" spc="15">
                <a:latin typeface="Trebuchet MS"/>
                <a:cs typeface="Trebuchet MS"/>
              </a:rPr>
              <a:t>G</a:t>
            </a:r>
            <a:r>
              <a:rPr b="1" dirty="0" sz="4800" lang="en-US" spc="15">
                <a:latin typeface="Trebuchet MS"/>
                <a:cs typeface="Trebuchet MS"/>
              </a:rPr>
              <a:t>I</a:t>
            </a:r>
            <a:r>
              <a:rPr b="1" dirty="0" sz="4800" lang="en-US" spc="15">
                <a:latin typeface="Trebuchet MS"/>
                <a:cs typeface="Trebuchet MS"/>
              </a:rPr>
              <a:t>E</a:t>
            </a:r>
            <a:r>
              <a:rPr b="1" dirty="0" sz="4800" lang="en-US" spc="15">
                <a:latin typeface="Trebuchet MS"/>
                <a:cs typeface="Trebuchet MS"/>
              </a:rPr>
              <a:t>S</a:t>
            </a:r>
            <a:r>
              <a:rPr b="1" dirty="0" sz="4800" lang="en-US" spc="15">
                <a:latin typeface="Trebuchet MS"/>
                <a:cs typeface="Trebuchet MS"/>
              </a:rPr>
              <a:t> </a:t>
            </a:r>
            <a:r>
              <a:rPr b="1" dirty="0" sz="4800" lang="en-US" spc="15">
                <a:latin typeface="Trebuchet MS"/>
                <a:cs typeface="Trebuchet MS"/>
              </a:rPr>
              <a:t>U</a:t>
            </a:r>
            <a:r>
              <a:rPr b="1" dirty="0" sz="4800" lang="en-US" spc="15">
                <a:latin typeface="Trebuchet MS"/>
                <a:cs typeface="Trebuchet MS"/>
              </a:rPr>
              <a:t>S</a:t>
            </a:r>
            <a:r>
              <a:rPr b="1" dirty="0" sz="4800" lang="en-US" spc="15">
                <a:latin typeface="Trebuchet MS"/>
                <a:cs typeface="Trebuchet MS"/>
              </a:rPr>
              <a:t>E</a:t>
            </a:r>
            <a:r>
              <a:rPr b="1" dirty="0" sz="4800" lang="en-US" spc="15">
                <a:latin typeface="Trebuchet MS"/>
                <a:cs typeface="Trebuchet MS"/>
              </a:rPr>
              <a:t>D</a:t>
            </a:r>
            <a:r>
              <a:rPr b="1" dirty="0" sz="4800" lang="en-US" spc="15">
                <a:latin typeface="Trebuchet MS"/>
                <a:cs typeface="Trebuchet MS"/>
              </a:rPr>
              <a:t>:</a:t>
            </a:r>
            <a:endParaRPr dirty="0" sz="4000">
              <a:latin typeface="Trebuchet MS"/>
              <a:cs typeface="Trebuchet MS"/>
            </a:endParaRPr>
          </a:p>
        </p:txBody>
      </p:sp>
      <p:sp>
        <p:nvSpPr>
          <p:cNvPr id="1048690"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91" name=""/>
          <p:cNvSpPr txBox="1"/>
          <p:nvPr/>
        </p:nvSpPr>
        <p:spPr>
          <a:xfrm>
            <a:off x="1237212" y="1432981"/>
            <a:ext cx="6738555" cy="3444241"/>
          </a:xfrm>
          <a:prstGeom prst="rect"/>
        </p:spPr>
        <p:txBody>
          <a:bodyPr rtlCol="0" wrap="square">
            <a:spAutoFit/>
          </a:bodyPr>
          <a:p>
            <a:r>
              <a:rPr sz="2800" lang="en-US">
                <a:solidFill>
                  <a:srgbClr val="000000"/>
                </a:solidFill>
              </a:rPr>
              <a:t>Frontend Technologies
HTML5 – Used for creating the structure of web pages.
CSS3 – Used for designing and styling the user interface.
JavaScript – Used for implementing interactive features and client-side validations.</a:t>
            </a:r>
            <a:endParaRPr sz="2800" lang="en-US">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92" name="Title 1"/>
          <p:cNvSpPr>
            <a:spLocks noGrp="1"/>
          </p:cNvSpPr>
          <p:nvPr>
            <p:ph type="title"/>
          </p:nvPr>
        </p:nvSpPr>
        <p:spPr>
          <a:xfrm>
            <a:off x="755332" y="385444"/>
            <a:ext cx="10681335" cy="901700"/>
          </a:xfrm>
        </p:spPr>
        <p:txBody>
          <a:bodyPr/>
          <a:p>
            <a:r>
              <a:rPr dirty="0" sz="6000" lang="en-US"/>
              <a:t>A</a:t>
            </a:r>
            <a:r>
              <a:rPr dirty="0" sz="6000" lang="en-US"/>
              <a:t>P</a:t>
            </a:r>
            <a:r>
              <a:rPr dirty="0" sz="6000" lang="en-US"/>
              <a:t>P</a:t>
            </a:r>
            <a:r>
              <a:rPr dirty="0" sz="6000" lang="en-US"/>
              <a:t>L</a:t>
            </a:r>
            <a:r>
              <a:rPr dirty="0" sz="6000" lang="en-US"/>
              <a:t>ICATION </a:t>
            </a:r>
            <a:r>
              <a:rPr dirty="0" sz="6000" lang="en-US"/>
              <a:t>F</a:t>
            </a:r>
            <a:r>
              <a:rPr dirty="0" sz="6000" lang="en-US"/>
              <a:t>L</a:t>
            </a:r>
            <a:r>
              <a:rPr dirty="0" sz="6000" lang="en-US"/>
              <a:t>O</a:t>
            </a:r>
            <a:r>
              <a:rPr dirty="0" sz="6000" lang="en-US"/>
              <a:t>W</a:t>
            </a:r>
            <a:r>
              <a:rPr dirty="0" sz="6000" lang="en-US"/>
              <a:t>:</a:t>
            </a:r>
            <a:endParaRPr altLang="en-US" lang="zh-CN"/>
          </a:p>
        </p:txBody>
      </p:sp>
      <p:sp>
        <p:nvSpPr>
          <p:cNvPr id="1048693" name=""/>
          <p:cNvSpPr txBox="1"/>
          <p:nvPr/>
        </p:nvSpPr>
        <p:spPr>
          <a:xfrm>
            <a:off x="952499" y="1865705"/>
            <a:ext cx="8001000" cy="3444240"/>
          </a:xfrm>
          <a:prstGeom prst="rect"/>
        </p:spPr>
        <p:txBody>
          <a:bodyPr rtlCol="0" wrap="square">
            <a:spAutoFit/>
          </a:bodyPr>
          <a:p>
            <a:r>
              <a:rPr sz="2800" lang="en-US">
                <a:solidFill>
                  <a:srgbClr val="000000"/>
                </a:solidFill>
              </a:rPr>
              <a:t>Employee Registration and Login
Employees create an account or log in using their credentials.
The system authenticates the user and grants access to the employee dashboard.
View Leave Balance
Employees can view their available leave balance, leave types, and previous leave records.</a:t>
            </a:r>
            <a:endParaRPr sz="2800" lang="en-US">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09"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1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11"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12"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3"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13" name="object 7"/>
          <p:cNvSpPr txBox="1">
            <a:spLocks noGrp="1"/>
          </p:cNvSpPr>
          <p:nvPr>
            <p:ph type="title"/>
          </p:nvPr>
        </p:nvSpPr>
        <p:spPr>
          <a:xfrm>
            <a:off x="739775" y="654938"/>
            <a:ext cx="8480425" cy="676910"/>
          </a:xfrm>
          <a:prstGeom prst="rect"/>
        </p:spPr>
        <p:txBody>
          <a:bodyPr bIns="0" lIns="0" rIns="0" rtlCol="0" tIns="16510" vert="horz" wrap="square">
            <a:spAutoFit/>
          </a:bodyPr>
          <a:p>
            <a:pPr indent="0" marL="0">
              <a:lnSpc>
                <a:spcPct val="100000"/>
              </a:lnSpc>
              <a:spcBef>
                <a:spcPts val="130"/>
              </a:spcBef>
              <a:buNone/>
            </a:pPr>
            <a:r>
              <a:rPr dirty="0" sz="4400" lang="en-US" spc="15"/>
              <a:t>K</a:t>
            </a:r>
            <a:r>
              <a:rPr dirty="0" sz="4400" lang="en-US" spc="15"/>
              <a:t>E</a:t>
            </a:r>
            <a:r>
              <a:rPr dirty="0" sz="4400" lang="en-US" spc="15"/>
              <a:t>Y</a:t>
            </a:r>
            <a:r>
              <a:rPr dirty="0" sz="4400" lang="en-US" spc="15"/>
              <a:t> </a:t>
            </a:r>
            <a:r>
              <a:rPr dirty="0" sz="4400" lang="en-US" spc="15"/>
              <a:t>R</a:t>
            </a:r>
            <a:r>
              <a:rPr dirty="0" sz="4400" lang="en-US" spc="15"/>
              <a:t>E</a:t>
            </a:r>
            <a:r>
              <a:rPr dirty="0" sz="4400" lang="en-US" spc="15"/>
              <a:t>A</a:t>
            </a:r>
            <a:r>
              <a:rPr dirty="0" sz="4400" lang="en-US" spc="15"/>
              <a:t>C</a:t>
            </a:r>
            <a:r>
              <a:rPr dirty="0" sz="4400" lang="en-US" spc="15"/>
              <a:t>T</a:t>
            </a:r>
            <a:r>
              <a:rPr dirty="0" sz="4400" lang="en-US" spc="15"/>
              <a:t> </a:t>
            </a:r>
            <a:r>
              <a:rPr dirty="0" sz="4400" lang="en-US" spc="15"/>
              <a:t>CONCEPTS </a:t>
            </a:r>
            <a:r>
              <a:rPr dirty="0" sz="4400" lang="en-US" spc="15"/>
              <a:t>USED</a:t>
            </a:r>
            <a:r>
              <a:rPr dirty="0" sz="4400" lang="en-US" spc="15"/>
              <a:t>:</a:t>
            </a:r>
            <a:endParaRPr dirty="0" sz="4250"/>
          </a:p>
        </p:txBody>
      </p:sp>
      <p:sp>
        <p:nvSpPr>
          <p:cNvPr id="1048614"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15" name="TextBox 8"/>
          <p:cNvSpPr txBox="1"/>
          <p:nvPr/>
        </p:nvSpPr>
        <p:spPr>
          <a:xfrm>
            <a:off x="2743200" y="2354703"/>
            <a:ext cx="8534018" cy="3025140"/>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r>
              <a:rPr dirty="0" sz="2800" lang="en-IN">
                <a:latin typeface="Times New Roman" panose="02020603050405020304" pitchFamily="18" charset="0"/>
                <a:cs typeface="Times New Roman" panose="02020603050405020304" pitchFamily="18" charset="0"/>
              </a:rPr>
              <a:t>React-based HR leave management tools streamline time-off requests, leave balance tracking, and approval workflows. They provide dynamic, responsive dashboards for employees to submit requests and for HR/managers to approve or deny them.</a:t>
            </a:r>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60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04"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05"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2"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06" name="object 7"/>
          <p:cNvSpPr txBox="1">
            <a:spLocks noGrp="1"/>
          </p:cNvSpPr>
          <p:nvPr>
            <p:ph type="title"/>
          </p:nvPr>
        </p:nvSpPr>
        <p:spPr>
          <a:xfrm>
            <a:off x="755332" y="385444"/>
            <a:ext cx="4578668" cy="1461135"/>
          </a:xfrm>
          <a:prstGeom prst="rect"/>
        </p:spPr>
        <p:txBody>
          <a:bodyPr bIns="0" lIns="0" rIns="0" rtlCol="0" tIns="13335" vert="horz" wrap="square">
            <a:spAutoFit/>
          </a:bodyPr>
          <a:p>
            <a:pPr indent="0" marL="0">
              <a:lnSpc>
                <a:spcPct val="100000"/>
              </a:lnSpc>
              <a:spcBef>
                <a:spcPts val="105"/>
              </a:spcBef>
              <a:buNone/>
            </a:pPr>
            <a:r>
              <a:rPr dirty="0" lang="en-US"/>
              <a:t>E</a:t>
            </a:r>
            <a:r>
              <a:rPr dirty="0" lang="en-US"/>
              <a:t>X</a:t>
            </a:r>
            <a:r>
              <a:rPr dirty="0" lang="en-US"/>
              <a:t>P</a:t>
            </a:r>
            <a:r>
              <a:rPr dirty="0" lang="en-US"/>
              <a:t>E</a:t>
            </a:r>
            <a:r>
              <a:rPr dirty="0" lang="en-US"/>
              <a:t>C</a:t>
            </a:r>
            <a:r>
              <a:rPr dirty="0" lang="en-US"/>
              <a:t>T</a:t>
            </a:r>
            <a:r>
              <a:rPr dirty="0" lang="en-US"/>
              <a:t>E</a:t>
            </a:r>
            <a:r>
              <a:rPr dirty="0" lang="en-US"/>
              <a:t>D</a:t>
            </a:r>
            <a:r>
              <a:rPr dirty="0" lang="en-US"/>
              <a:t> </a:t>
            </a:r>
            <a:r>
              <a:rPr dirty="0" lang="en-US"/>
              <a:t>U</a:t>
            </a:r>
            <a:r>
              <a:rPr dirty="0" lang="en-US"/>
              <a:t>S</a:t>
            </a:r>
            <a:r>
              <a:rPr dirty="0" lang="en-US"/>
              <a:t>E</a:t>
            </a:r>
            <a:r>
              <a:rPr dirty="0" lang="en-US"/>
              <a:t>D</a:t>
            </a:r>
            <a:r>
              <a:rPr dirty="0" lang="en-US"/>
              <a:t>:</a:t>
            </a:r>
            <a:endParaRPr dirty="0"/>
          </a:p>
        </p:txBody>
      </p:sp>
      <p:sp>
        <p:nvSpPr>
          <p:cNvPr id="1048607"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608" name=""/>
          <p:cNvSpPr txBox="1"/>
          <p:nvPr/>
        </p:nvSpPr>
        <p:spPr>
          <a:xfrm>
            <a:off x="1666875" y="2225357"/>
            <a:ext cx="7749562" cy="3025140"/>
          </a:xfrm>
          <a:prstGeom prst="rect"/>
        </p:spPr>
        <p:txBody>
          <a:bodyPr rtlCol="0" wrap="square">
            <a:spAutoFit/>
          </a:bodyPr>
          <a:p>
            <a:r>
              <a:rPr sz="2800" lang="en-US">
                <a:solidFill>
                  <a:srgbClr val="000000"/>
                </a:solidFill>
              </a:rPr>
              <a:t>Employee leave management tools automate time-off requests, approval workflows, and balance tracking. Standard features include policy customization, employee self-service (ESS) portals, and reporting for HR compliance. They significantly reduce administrative workloads and minimize scheduling conflicts.</a:t>
            </a:r>
            <a:endParaRPr sz="2800" lang="en-US">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97" name=""/>
          <p:cNvSpPr txBox="1"/>
          <p:nvPr/>
        </p:nvSpPr>
        <p:spPr>
          <a:xfrm>
            <a:off x="1734691" y="785013"/>
            <a:ext cx="4572000" cy="510540"/>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sz="2800" lang="en-US">
                <a:solidFill>
                  <a:srgbClr val="000000"/>
                </a:solidFill>
              </a:rPr>
              <a:t>C</a:t>
            </a:r>
            <a:r>
              <a:rPr sz="2800" lang="en-US">
                <a:solidFill>
                  <a:srgbClr val="000000"/>
                </a:solidFill>
              </a:rPr>
              <a:t>H</a:t>
            </a:r>
            <a:r>
              <a:rPr sz="2800" lang="en-US">
                <a:solidFill>
                  <a:srgbClr val="000000"/>
                </a:solidFill>
              </a:rPr>
              <a:t>A</a:t>
            </a:r>
            <a:r>
              <a:rPr sz="2800" lang="en-US">
                <a:solidFill>
                  <a:srgbClr val="000000"/>
                </a:solidFill>
              </a:rPr>
              <a:t>L</a:t>
            </a:r>
            <a:r>
              <a:rPr sz="2800" lang="en-US">
                <a:solidFill>
                  <a:srgbClr val="000000"/>
                </a:solidFill>
              </a:rPr>
              <a:t>L</a:t>
            </a:r>
            <a:r>
              <a:rPr sz="2800" lang="en-US">
                <a:solidFill>
                  <a:srgbClr val="000000"/>
                </a:solidFill>
              </a:rPr>
              <a:t>ENGES </a:t>
            </a:r>
            <a:r>
              <a:rPr sz="2800" lang="en-US">
                <a:solidFill>
                  <a:srgbClr val="000000"/>
                </a:solidFill>
              </a:rPr>
              <a:t>FACED</a:t>
            </a:r>
            <a:r>
              <a:rPr sz="2800" lang="en-US">
                <a:solidFill>
                  <a:srgbClr val="000000"/>
                </a:solidFill>
              </a:rPr>
              <a:t>:</a:t>
            </a:r>
            <a:endParaRPr sz="2800" lang="en-US">
              <a:solidFill>
                <a:srgbClr val="000000"/>
              </a:solidFill>
            </a:endParaRPr>
          </a:p>
        </p:txBody>
      </p:sp>
      <p:sp>
        <p:nvSpPr>
          <p:cNvPr id="1048598" name=""/>
          <p:cNvSpPr txBox="1"/>
          <p:nvPr/>
        </p:nvSpPr>
        <p:spPr>
          <a:xfrm>
            <a:off x="1905000" y="2269909"/>
            <a:ext cx="7654637" cy="3025140"/>
          </a:xfrm>
          <a:prstGeom prst="rect"/>
        </p:spPr>
        <p:txBody>
          <a:bodyPr rtlCol="0" wrap="square">
            <a:spAutoFit/>
          </a:bodyPr>
          <a:p>
            <a:r>
              <a:rPr sz="2800" lang="en-US">
                <a:solidFill>
                  <a:srgbClr val="000000"/>
                </a:solidFill>
              </a:rPr>
              <a:t>Employee leave management tools automate time-off requests, approval workflows, and balance accruals. However, organizations often face challenges with these systems, including complex policy customization, system integration issues (like payroll delays), and user adoption struggles if the interface is unintuitive.</a:t>
            </a:r>
            <a:endParaRPr sz="2800" lang="en-US">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594" name=""/>
          <p:cNvSpPr txBox="1"/>
          <p:nvPr/>
        </p:nvSpPr>
        <p:spPr>
          <a:xfrm>
            <a:off x="2173748" y="635696"/>
            <a:ext cx="4572000" cy="1539240"/>
          </a:xfrm>
          <a:prstGeom prst="rect"/>
        </p:spPr>
        <p:txBody>
          <a:bodyPr rtlCol="0" wrap="square">
            <a:spAutoFit/>
          </a:bodyPr>
          <a:p>
            <a:r>
              <a:rPr sz="4800" lang="en-US">
                <a:solidFill>
                  <a:srgbClr val="000000"/>
                </a:solidFill>
              </a:rPr>
              <a:t>L</a:t>
            </a:r>
            <a:r>
              <a:rPr sz="4800" lang="en-US">
                <a:solidFill>
                  <a:srgbClr val="000000"/>
                </a:solidFill>
              </a:rPr>
              <a:t>E</a:t>
            </a:r>
            <a:r>
              <a:rPr sz="4800" lang="en-US">
                <a:solidFill>
                  <a:srgbClr val="000000"/>
                </a:solidFill>
              </a:rPr>
              <a:t>A</a:t>
            </a:r>
            <a:r>
              <a:rPr sz="4800" lang="en-US">
                <a:solidFill>
                  <a:srgbClr val="000000"/>
                </a:solidFill>
              </a:rPr>
              <a:t>R</a:t>
            </a:r>
            <a:r>
              <a:rPr sz="4800" lang="en-US">
                <a:solidFill>
                  <a:srgbClr val="000000"/>
                </a:solidFill>
              </a:rPr>
              <a:t>NING </a:t>
            </a:r>
            <a:r>
              <a:rPr sz="4800" lang="en-US">
                <a:solidFill>
                  <a:srgbClr val="000000"/>
                </a:solidFill>
              </a:rPr>
              <a:t>O</a:t>
            </a:r>
            <a:r>
              <a:rPr sz="4800" lang="en-US">
                <a:solidFill>
                  <a:srgbClr val="000000"/>
                </a:solidFill>
              </a:rPr>
              <a:t>U</a:t>
            </a:r>
            <a:r>
              <a:rPr sz="4800" lang="en-US">
                <a:solidFill>
                  <a:srgbClr val="000000"/>
                </a:solidFill>
              </a:rPr>
              <a:t>T</a:t>
            </a:r>
            <a:r>
              <a:rPr sz="4800" lang="en-US">
                <a:solidFill>
                  <a:srgbClr val="000000"/>
                </a:solidFill>
              </a:rPr>
              <a:t>C</a:t>
            </a:r>
            <a:r>
              <a:rPr sz="4800" lang="en-US">
                <a:solidFill>
                  <a:srgbClr val="000000"/>
                </a:solidFill>
              </a:rPr>
              <a:t>O</a:t>
            </a:r>
            <a:r>
              <a:rPr sz="4800" lang="en-US">
                <a:solidFill>
                  <a:srgbClr val="000000"/>
                </a:solidFill>
              </a:rPr>
              <a:t>MES</a:t>
            </a:r>
            <a:r>
              <a:rPr sz="4800" lang="en-US">
                <a:solidFill>
                  <a:srgbClr val="000000"/>
                </a:solidFill>
              </a:rPr>
              <a:t>:</a:t>
            </a:r>
            <a:endParaRPr sz="2800" lang="en-US">
              <a:solidFill>
                <a:srgbClr val="000000"/>
              </a:solidFill>
            </a:endParaRPr>
          </a:p>
        </p:txBody>
      </p:sp>
      <p:sp>
        <p:nvSpPr>
          <p:cNvPr id="1048595" name=""/>
          <p:cNvSpPr txBox="1"/>
          <p:nvPr/>
        </p:nvSpPr>
        <p:spPr>
          <a:xfrm>
            <a:off x="2173748" y="2575772"/>
            <a:ext cx="6528955" cy="3444240"/>
          </a:xfrm>
          <a:prstGeom prst="rect"/>
        </p:spPr>
        <p:txBody>
          <a:bodyPr rtlCol="0" wrap="square">
            <a:spAutoFit/>
          </a:bodyPr>
          <a:p>
            <a:r>
              <a:rPr sz="2800" lang="en-US">
                <a:solidFill>
                  <a:srgbClr val="000000"/>
                </a:solidFill>
              </a:rPr>
              <a:t>preventing training disruptions, ensuring equitable workload distribution, and tracking "study leave" allocations. By automating schedules and forecasting absences, these systems protect team bandwidth, allowing employees to complete professional development without operational stress.</a:t>
            </a:r>
            <a:endParaRPr sz="2800" lang="en-US">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6" name=""/>
          <p:cNvSpPr txBox="1"/>
          <p:nvPr/>
        </p:nvSpPr>
        <p:spPr>
          <a:xfrm>
            <a:off x="398317" y="852559"/>
            <a:ext cx="6702136" cy="751840"/>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sz="4400" lang="en-US">
                <a:solidFill>
                  <a:srgbClr val="000000"/>
                </a:solidFill>
              </a:rPr>
              <a:t>C</a:t>
            </a:r>
            <a:r>
              <a:rPr sz="4400" lang="en-US">
                <a:solidFill>
                  <a:srgbClr val="000000"/>
                </a:solidFill>
              </a:rPr>
              <a:t>O</a:t>
            </a:r>
            <a:r>
              <a:rPr sz="4400" lang="en-US">
                <a:solidFill>
                  <a:srgbClr val="000000"/>
                </a:solidFill>
              </a:rPr>
              <a:t>N</a:t>
            </a:r>
            <a:r>
              <a:rPr sz="4400" lang="en-US">
                <a:solidFill>
                  <a:srgbClr val="000000"/>
                </a:solidFill>
              </a:rPr>
              <a:t>C</a:t>
            </a:r>
            <a:r>
              <a:rPr sz="4400" lang="en-US">
                <a:solidFill>
                  <a:srgbClr val="000000"/>
                </a:solidFill>
              </a:rPr>
              <a:t>LUSION</a:t>
            </a:r>
            <a:r>
              <a:rPr sz="4400" lang="en-US">
                <a:solidFill>
                  <a:srgbClr val="000000"/>
                </a:solidFill>
              </a:rPr>
              <a:t>:</a:t>
            </a:r>
            <a:endParaRPr sz="2800" lang="en-US">
              <a:solidFill>
                <a:srgbClr val="000000"/>
              </a:solidFill>
            </a:endParaRPr>
          </a:p>
        </p:txBody>
      </p:sp>
      <p:sp>
        <p:nvSpPr>
          <p:cNvPr id="1048711" name=""/>
          <p:cNvSpPr txBox="1"/>
          <p:nvPr/>
        </p:nvSpPr>
        <p:spPr>
          <a:xfrm>
            <a:off x="1418214" y="2168132"/>
            <a:ext cx="6618983" cy="3863340"/>
          </a:xfrm>
          <a:prstGeom prst="rect"/>
        </p:spPr>
        <p:txBody>
          <a:bodyPr rtlCol="0" wrap="square">
            <a:spAutoFit/>
          </a:bodyPr>
          <a:p>
            <a:r>
              <a:rPr sz="2800" lang="en-US">
                <a:solidFill>
                  <a:srgbClr val="000000"/>
                </a:solidFill>
              </a:rPr>
              <a:t>Employee leave management tools are essential for streamlining time-off tracking, automating approval workflows, and ensuring compliance with labor laws. By replacing manual spreadsheets with centralized software, HR teams minimize errors, reduce administrative workloads, and foster a transparent work environment.</a:t>
            </a:r>
            <a:endParaRPr sz="2800" lang="en-US">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Nanthini Mohan</cp:lastModifiedBy>
  <dcterms:created xsi:type="dcterms:W3CDTF">2024-03-20T11:07:22Z</dcterms:created>
  <dcterms:modified xsi:type="dcterms:W3CDTF">2026-07-01T07:44:35Z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72519a9d1c584c5c8b3670ee35e903ab_23</vt:lpwstr>
  </property>
</Properties>
</file>